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1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61" r:id="rId5"/>
    <p:sldId id="262" r:id="rId6"/>
    <p:sldId id="265" r:id="rId7"/>
    <p:sldId id="266" r:id="rId8"/>
    <p:sldId id="267" r:id="rId9"/>
    <p:sldId id="274" r:id="rId10"/>
    <p:sldId id="273" r:id="rId11"/>
    <p:sldId id="268" r:id="rId12"/>
    <p:sldId id="269" r:id="rId13"/>
    <p:sldId id="270" r:id="rId14"/>
    <p:sldId id="271" r:id="rId15"/>
    <p:sldId id="272" r:id="rId16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A18DB6-7B78-464E-98A3-1341654012B4}" v="1810" dt="2025-04-02T21:12:19.584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, Taizeem ahmad (Student)" userId="3e6a0f2c-d438-4124-8ab8-d164813463eb" providerId="ADAL" clId="{75A18DB6-7B78-464E-98A3-1341654012B4}"/>
    <pc:docChg chg="undo custSel addSld delSld modSld sldOrd modMainMaster">
      <pc:chgData name="Syed, Taizeem ahmad (Student)" userId="3e6a0f2c-d438-4124-8ab8-d164813463eb" providerId="ADAL" clId="{75A18DB6-7B78-464E-98A3-1341654012B4}" dt="2025-04-02T21:18:55.291" v="4640" actId="20577"/>
      <pc:docMkLst>
        <pc:docMk/>
      </pc:docMkLst>
      <pc:sldChg chg="addSp delSp modSp mod setBg setClrOvrMap">
        <pc:chgData name="Syed, Taizeem ahmad (Student)" userId="3e6a0f2c-d438-4124-8ab8-d164813463eb" providerId="ADAL" clId="{75A18DB6-7B78-464E-98A3-1341654012B4}" dt="2025-04-02T20:27:33.500" v="4094" actId="26606"/>
        <pc:sldMkLst>
          <pc:docMk/>
          <pc:sldMk cId="2197781360" sldId="256"/>
        </pc:sldMkLst>
        <pc:spChg chg="mod">
          <ac:chgData name="Syed, Taizeem ahmad (Student)" userId="3e6a0f2c-d438-4124-8ab8-d164813463eb" providerId="ADAL" clId="{75A18DB6-7B78-464E-98A3-1341654012B4}" dt="2025-04-02T20:27:33.500" v="4094" actId="26606"/>
          <ac:spMkLst>
            <pc:docMk/>
            <pc:sldMk cId="2197781360" sldId="256"/>
            <ac:spMk id="2" creationId="{FB3D0AF9-60E1-ED36-3769-3A8823644E1E}"/>
          </ac:spMkLst>
        </pc:spChg>
        <pc:spChg chg="mod">
          <ac:chgData name="Syed, Taizeem ahmad (Student)" userId="3e6a0f2c-d438-4124-8ab8-d164813463eb" providerId="ADAL" clId="{75A18DB6-7B78-464E-98A3-1341654012B4}" dt="2025-04-02T20:27:33.500" v="4094" actId="26606"/>
          <ac:spMkLst>
            <pc:docMk/>
            <pc:sldMk cId="2197781360" sldId="256"/>
            <ac:spMk id="3" creationId="{5AAE560B-BFEC-0593-6D58-B89B43C42293}"/>
          </ac:spMkLst>
        </pc:spChg>
        <pc:spChg chg="add del">
          <ac:chgData name="Syed, Taizeem ahmad (Student)" userId="3e6a0f2c-d438-4124-8ab8-d164813463eb" providerId="ADAL" clId="{75A18DB6-7B78-464E-98A3-1341654012B4}" dt="2025-04-02T20:27:33.500" v="4094" actId="26606"/>
          <ac:spMkLst>
            <pc:docMk/>
            <pc:sldMk cId="2197781360" sldId="256"/>
            <ac:spMk id="9" creationId="{3F47E20B-1205-4238-A82B-90EF577F32D8}"/>
          </ac:spMkLst>
        </pc:spChg>
        <pc:spChg chg="add del">
          <ac:chgData name="Syed, Taizeem ahmad (Student)" userId="3e6a0f2c-d438-4124-8ab8-d164813463eb" providerId="ADAL" clId="{75A18DB6-7B78-464E-98A3-1341654012B4}" dt="2025-04-02T20:27:33.500" v="4094" actId="26606"/>
          <ac:spMkLst>
            <pc:docMk/>
            <pc:sldMk cId="2197781360" sldId="256"/>
            <ac:spMk id="11" creationId="{D13567AC-EB9A-47A9-B6EC-B5BDB73B113C}"/>
          </ac:spMkLst>
        </pc:spChg>
        <pc:picChg chg="del">
          <ac:chgData name="Syed, Taizeem ahmad (Student)" userId="3e6a0f2c-d438-4124-8ab8-d164813463eb" providerId="ADAL" clId="{75A18DB6-7B78-464E-98A3-1341654012B4}" dt="2025-04-02T20:26:56.603" v="4091" actId="478"/>
          <ac:picMkLst>
            <pc:docMk/>
            <pc:sldMk cId="2197781360" sldId="256"/>
            <ac:picMk id="5" creationId="{05441369-3EC5-C485-E2D5-FE812B42468F}"/>
          </ac:picMkLst>
        </pc:picChg>
        <pc:picChg chg="add del">
          <ac:chgData name="Syed, Taizeem ahmad (Student)" userId="3e6a0f2c-d438-4124-8ab8-d164813463eb" providerId="ADAL" clId="{75A18DB6-7B78-464E-98A3-1341654012B4}" dt="2025-04-02T20:27:33.485" v="4093" actId="26606"/>
          <ac:picMkLst>
            <pc:docMk/>
            <pc:sldMk cId="2197781360" sldId="256"/>
            <ac:picMk id="13" creationId="{BC7FCCD3-E35C-9D7D-669F-5C2202DAD16F}"/>
          </ac:picMkLst>
        </pc:picChg>
        <pc:picChg chg="add">
          <ac:chgData name="Syed, Taizeem ahmad (Student)" userId="3e6a0f2c-d438-4124-8ab8-d164813463eb" providerId="ADAL" clId="{75A18DB6-7B78-464E-98A3-1341654012B4}" dt="2025-04-02T20:27:33.500" v="4094" actId="26606"/>
          <ac:picMkLst>
            <pc:docMk/>
            <pc:sldMk cId="2197781360" sldId="256"/>
            <ac:picMk id="15" creationId="{18EF3B93-7D55-1562-B3B8-ADB1252F2457}"/>
          </ac:picMkLst>
        </pc:picChg>
      </pc:sldChg>
      <pc:sldChg chg="addSp delSp modSp mod setBg setClrOvrMap">
        <pc:chgData name="Syed, Taizeem ahmad (Student)" userId="3e6a0f2c-d438-4124-8ab8-d164813463eb" providerId="ADAL" clId="{75A18DB6-7B78-464E-98A3-1341654012B4}" dt="2025-04-02T12:47:05.571" v="1961"/>
        <pc:sldMkLst>
          <pc:docMk/>
          <pc:sldMk cId="2763347119" sldId="257"/>
        </pc:sldMkLst>
        <pc:spChg chg="mod">
          <ac:chgData name="Syed, Taizeem ahmad (Student)" userId="3e6a0f2c-d438-4124-8ab8-d164813463eb" providerId="ADAL" clId="{75A18DB6-7B78-464E-98A3-1341654012B4}" dt="2025-04-01T19:32:42.993" v="1108" actId="26606"/>
          <ac:spMkLst>
            <pc:docMk/>
            <pc:sldMk cId="2763347119" sldId="257"/>
            <ac:spMk id="2" creationId="{DF3C61F8-6755-D8E8-9957-2FE408230B0B}"/>
          </ac:spMkLst>
        </pc:spChg>
        <pc:spChg chg="add del">
          <ac:chgData name="Syed, Taizeem ahmad (Student)" userId="3e6a0f2c-d438-4124-8ab8-d164813463eb" providerId="ADAL" clId="{75A18DB6-7B78-464E-98A3-1341654012B4}" dt="2025-04-01T10:27:39.142" v="46"/>
          <ac:spMkLst>
            <pc:docMk/>
            <pc:sldMk cId="2763347119" sldId="257"/>
            <ac:spMk id="3" creationId="{99E73323-DE18-C53E-4A41-35C41B28E3EE}"/>
          </ac:spMkLst>
        </pc:spChg>
        <pc:spChg chg="mod">
          <ac:chgData name="Syed, Taizeem ahmad (Student)" userId="3e6a0f2c-d438-4124-8ab8-d164813463eb" providerId="ADAL" clId="{75A18DB6-7B78-464E-98A3-1341654012B4}" dt="2025-04-01T19:33:19.699" v="1133" actId="20577"/>
          <ac:spMkLst>
            <pc:docMk/>
            <pc:sldMk cId="2763347119" sldId="257"/>
            <ac:spMk id="4" creationId="{D0A4EAC6-502B-AA2F-6DE3-F8E75D42F562}"/>
          </ac:spMkLst>
        </pc:spChg>
        <pc:spChg chg="add mod">
          <ac:chgData name="Syed, Taizeem ahmad (Student)" userId="3e6a0f2c-d438-4124-8ab8-d164813463eb" providerId="ADAL" clId="{75A18DB6-7B78-464E-98A3-1341654012B4}" dt="2025-04-01T10:26:59.560" v="45"/>
          <ac:spMkLst>
            <pc:docMk/>
            <pc:sldMk cId="2763347119" sldId="257"/>
            <ac:spMk id="5" creationId="{F0644384-6673-AC87-0435-2C9138CA079B}"/>
          </ac:spMkLst>
        </pc:spChg>
        <pc:spChg chg="add mod">
          <ac:chgData name="Syed, Taizeem ahmad (Student)" userId="3e6a0f2c-d438-4124-8ab8-d164813463eb" providerId="ADAL" clId="{75A18DB6-7B78-464E-98A3-1341654012B4}" dt="2025-04-01T10:26:57.682" v="44"/>
          <ac:spMkLst>
            <pc:docMk/>
            <pc:sldMk cId="2763347119" sldId="257"/>
            <ac:spMk id="6" creationId="{29D17DF5-617B-72DE-8B3C-D9FBB483799C}"/>
          </ac:spMkLst>
        </pc:spChg>
        <pc:spChg chg="add mod">
          <ac:chgData name="Syed, Taizeem ahmad (Student)" userId="3e6a0f2c-d438-4124-8ab8-d164813463eb" providerId="ADAL" clId="{75A18DB6-7B78-464E-98A3-1341654012B4}" dt="2025-04-01T10:26:57.150" v="43"/>
          <ac:spMkLst>
            <pc:docMk/>
            <pc:sldMk cId="2763347119" sldId="257"/>
            <ac:spMk id="7" creationId="{99B4AF33-DB31-6A18-88CF-5EF2ED23B7E4}"/>
          </ac:spMkLst>
        </pc:spChg>
        <pc:spChg chg="add mod">
          <ac:chgData name="Syed, Taizeem ahmad (Student)" userId="3e6a0f2c-d438-4124-8ab8-d164813463eb" providerId="ADAL" clId="{75A18DB6-7B78-464E-98A3-1341654012B4}" dt="2025-04-01T10:26:56.681" v="42"/>
          <ac:spMkLst>
            <pc:docMk/>
            <pc:sldMk cId="2763347119" sldId="257"/>
            <ac:spMk id="8" creationId="{6CCEB998-7BFA-1ACE-8B76-810C9F510A1F}"/>
          </ac:spMkLst>
        </pc:spChg>
        <pc:spChg chg="del">
          <ac:chgData name="Syed, Taizeem ahmad (Student)" userId="3e6a0f2c-d438-4124-8ab8-d164813463eb" providerId="ADAL" clId="{75A18DB6-7B78-464E-98A3-1341654012B4}" dt="2025-04-01T19:02:54.782" v="1076" actId="26606"/>
          <ac:spMkLst>
            <pc:docMk/>
            <pc:sldMk cId="2763347119" sldId="257"/>
            <ac:spMk id="19" creationId="{1660E788-AFA9-4A1B-9991-6AA74632A15B}"/>
          </ac:spMkLst>
        </pc:spChg>
        <pc:spChg chg="add">
          <ac:chgData name="Syed, Taizeem ahmad (Student)" userId="3e6a0f2c-d438-4124-8ab8-d164813463eb" providerId="ADAL" clId="{75A18DB6-7B78-464E-98A3-1341654012B4}" dt="2025-04-01T19:32:42.993" v="1108" actId="26606"/>
          <ac:spMkLst>
            <pc:docMk/>
            <pc:sldMk cId="2763347119" sldId="257"/>
            <ac:spMk id="20" creationId="{77F460BB-FB87-45F2-BD48-0F23BCD24E67}"/>
          </ac:spMkLst>
        </pc:spChg>
        <pc:spChg chg="del">
          <ac:chgData name="Syed, Taizeem ahmad (Student)" userId="3e6a0f2c-d438-4124-8ab8-d164813463eb" providerId="ADAL" clId="{75A18DB6-7B78-464E-98A3-1341654012B4}" dt="2025-04-01T19:02:54.782" v="1076" actId="26606"/>
          <ac:spMkLst>
            <pc:docMk/>
            <pc:sldMk cId="2763347119" sldId="257"/>
            <ac:spMk id="21" creationId="{867D4867-5BA7-4462-B2F6-A23F4A622AA7}"/>
          </ac:spMkLst>
        </pc:spChg>
        <pc:picChg chg="mod">
          <ac:chgData name="Syed, Taizeem ahmad (Student)" userId="3e6a0f2c-d438-4124-8ab8-d164813463eb" providerId="ADAL" clId="{75A18DB6-7B78-464E-98A3-1341654012B4}" dt="2025-04-01T19:32:42.993" v="1108" actId="26606"/>
          <ac:picMkLst>
            <pc:docMk/>
            <pc:sldMk cId="2763347119" sldId="257"/>
            <ac:picMk id="15" creationId="{208EDB96-A550-BA70-F174-FD7C94BEB0D5}"/>
          </ac:picMkLst>
        </pc:picChg>
      </pc:sldChg>
      <pc:sldChg chg="addSp delSp modSp mod">
        <pc:chgData name="Syed, Taizeem ahmad (Student)" userId="3e6a0f2c-d438-4124-8ab8-d164813463eb" providerId="ADAL" clId="{75A18DB6-7B78-464E-98A3-1341654012B4}" dt="2025-04-02T18:08:09.839" v="3469" actId="207"/>
        <pc:sldMkLst>
          <pc:docMk/>
          <pc:sldMk cId="3714743617" sldId="258"/>
        </pc:sldMkLst>
        <pc:spChg chg="mod">
          <ac:chgData name="Syed, Taizeem ahmad (Student)" userId="3e6a0f2c-d438-4124-8ab8-d164813463eb" providerId="ADAL" clId="{75A18DB6-7B78-464E-98A3-1341654012B4}" dt="2025-04-02T17:39:00.163" v="3416" actId="1076"/>
          <ac:spMkLst>
            <pc:docMk/>
            <pc:sldMk cId="3714743617" sldId="258"/>
            <ac:spMk id="4" creationId="{E2F55850-EF14-9BA4-51BA-80B5EB5C2EF2}"/>
          </ac:spMkLst>
        </pc:spChg>
        <pc:spChg chg="mod">
          <ac:chgData name="Syed, Taizeem ahmad (Student)" userId="3e6a0f2c-d438-4124-8ab8-d164813463eb" providerId="ADAL" clId="{75A18DB6-7B78-464E-98A3-1341654012B4}" dt="2025-04-01T09:35:12.301" v="0" actId="20578"/>
          <ac:spMkLst>
            <pc:docMk/>
            <pc:sldMk cId="3714743617" sldId="258"/>
            <ac:spMk id="5" creationId="{5B1CA87B-C5A3-C4A7-8648-D92BFB902F04}"/>
          </ac:spMkLst>
        </pc:spChg>
        <pc:spChg chg="add mod">
          <ac:chgData name="Syed, Taizeem ahmad (Student)" userId="3e6a0f2c-d438-4124-8ab8-d164813463eb" providerId="ADAL" clId="{75A18DB6-7B78-464E-98A3-1341654012B4}" dt="2025-04-01T09:44:07.971" v="11" actId="767"/>
          <ac:spMkLst>
            <pc:docMk/>
            <pc:sldMk cId="3714743617" sldId="258"/>
            <ac:spMk id="12" creationId="{9B799719-D80F-42CD-1629-B72233B7712E}"/>
          </ac:spMkLst>
        </pc:spChg>
        <pc:spChg chg="add del mod">
          <ac:chgData name="Syed, Taizeem ahmad (Student)" userId="3e6a0f2c-d438-4124-8ab8-d164813463eb" providerId="ADAL" clId="{75A18DB6-7B78-464E-98A3-1341654012B4}" dt="2025-04-01T10:18:03.255" v="34"/>
          <ac:spMkLst>
            <pc:docMk/>
            <pc:sldMk cId="3714743617" sldId="258"/>
            <ac:spMk id="13" creationId="{7720123E-62A5-EF43-4964-B0EBA0715485}"/>
          </ac:spMkLst>
        </pc:spChg>
        <pc:spChg chg="add">
          <ac:chgData name="Syed, Taizeem ahmad (Student)" userId="3e6a0f2c-d438-4124-8ab8-d164813463eb" providerId="ADAL" clId="{75A18DB6-7B78-464E-98A3-1341654012B4}" dt="2025-04-01T09:45:32.201" v="13"/>
          <ac:spMkLst>
            <pc:docMk/>
            <pc:sldMk cId="3714743617" sldId="258"/>
            <ac:spMk id="14" creationId="{97553EE6-DE43-D69A-DF0A-683823CF8E71}"/>
          </ac:spMkLst>
        </pc:spChg>
        <pc:spChg chg="add del">
          <ac:chgData name="Syed, Taizeem ahmad (Student)" userId="3e6a0f2c-d438-4124-8ab8-d164813463eb" providerId="ADAL" clId="{75A18DB6-7B78-464E-98A3-1341654012B4}" dt="2025-04-01T09:45:45.783" v="15"/>
          <ac:spMkLst>
            <pc:docMk/>
            <pc:sldMk cId="3714743617" sldId="258"/>
            <ac:spMk id="15" creationId="{C3F68199-FB34-DE44-FE85-2D4F8DDE3C9F}"/>
          </ac:spMkLst>
        </pc:spChg>
        <pc:spChg chg="add del mod">
          <ac:chgData name="Syed, Taizeem ahmad (Student)" userId="3e6a0f2c-d438-4124-8ab8-d164813463eb" providerId="ADAL" clId="{75A18DB6-7B78-464E-98A3-1341654012B4}" dt="2025-04-01T10:18:03.255" v="33"/>
          <ac:spMkLst>
            <pc:docMk/>
            <pc:sldMk cId="3714743617" sldId="258"/>
            <ac:spMk id="20" creationId="{0866ECA8-FEBC-C554-F7CD-609414843DEE}"/>
          </ac:spMkLst>
        </pc:spChg>
        <pc:spChg chg="add mod">
          <ac:chgData name="Syed, Taizeem ahmad (Student)" userId="3e6a0f2c-d438-4124-8ab8-d164813463eb" providerId="ADAL" clId="{75A18DB6-7B78-464E-98A3-1341654012B4}" dt="2025-04-02T18:08:09.839" v="3469" actId="207"/>
          <ac:spMkLst>
            <pc:docMk/>
            <pc:sldMk cId="3714743617" sldId="258"/>
            <ac:spMk id="21" creationId="{E9002446-DBF1-2CC6-9A23-3563059F324C}"/>
          </ac:spMkLst>
        </pc:spChg>
        <pc:graphicFrameChg chg="mod modGraphic">
          <ac:chgData name="Syed, Taizeem ahmad (Student)" userId="3e6a0f2c-d438-4124-8ab8-d164813463eb" providerId="ADAL" clId="{75A18DB6-7B78-464E-98A3-1341654012B4}" dt="2025-04-02T18:08:06.410" v="3468" actId="207"/>
          <ac:graphicFrameMkLst>
            <pc:docMk/>
            <pc:sldMk cId="3714743617" sldId="258"/>
            <ac:graphicFrameMk id="1036" creationId="{246A3D2C-B069-308D-8D34-E64616DA35E0}"/>
          </ac:graphicFrameMkLst>
        </pc:graphicFrameChg>
        <pc:picChg chg="add mod">
          <ac:chgData name="Syed, Taizeem ahmad (Student)" userId="3e6a0f2c-d438-4124-8ab8-d164813463eb" providerId="ADAL" clId="{75A18DB6-7B78-464E-98A3-1341654012B4}" dt="2025-04-02T17:36:55.716" v="3402" actId="1076"/>
          <ac:picMkLst>
            <pc:docMk/>
            <pc:sldMk cId="3714743617" sldId="258"/>
            <ac:picMk id="1026" creationId="{1E38697A-543C-B2A8-6AD4-783E3E0AE6A3}"/>
          </ac:picMkLst>
        </pc:picChg>
      </pc:sldChg>
      <pc:sldChg chg="modSp del">
        <pc:chgData name="Syed, Taizeem ahmad (Student)" userId="3e6a0f2c-d438-4124-8ab8-d164813463eb" providerId="ADAL" clId="{75A18DB6-7B78-464E-98A3-1341654012B4}" dt="2025-04-01T14:57:25.079" v="961" actId="2696"/>
        <pc:sldMkLst>
          <pc:docMk/>
          <pc:sldMk cId="3581569956" sldId="259"/>
        </pc:sldMkLst>
        <pc:spChg chg="mod">
          <ac:chgData name="Syed, Taizeem ahmad (Student)" userId="3e6a0f2c-d438-4124-8ab8-d164813463eb" providerId="ADAL" clId="{75A18DB6-7B78-464E-98A3-1341654012B4}" dt="2025-04-01T10:13:40.254" v="30"/>
          <ac:spMkLst>
            <pc:docMk/>
            <pc:sldMk cId="3581569956" sldId="259"/>
            <ac:spMk id="2" creationId="{64266641-40B7-6CEF-4436-AB0F7BAFFD05}"/>
          </ac:spMkLst>
        </pc:spChg>
        <pc:spChg chg="mod">
          <ac:chgData name="Syed, Taizeem ahmad (Student)" userId="3e6a0f2c-d438-4124-8ab8-d164813463eb" providerId="ADAL" clId="{75A18DB6-7B78-464E-98A3-1341654012B4}" dt="2025-04-01T10:13:40.254" v="30"/>
          <ac:spMkLst>
            <pc:docMk/>
            <pc:sldMk cId="3581569956" sldId="259"/>
            <ac:spMk id="3" creationId="{6F5E3F7D-F75B-B7D0-A3C7-C09D5D4FA787}"/>
          </ac:spMkLst>
        </pc:spChg>
      </pc:sldChg>
      <pc:sldChg chg="addSp delSp modSp mod setBg">
        <pc:chgData name="Syed, Taizeem ahmad (Student)" userId="3e6a0f2c-d438-4124-8ab8-d164813463eb" providerId="ADAL" clId="{75A18DB6-7B78-464E-98A3-1341654012B4}" dt="2025-04-02T18:07:34.085" v="3463" actId="12084"/>
        <pc:sldMkLst>
          <pc:docMk/>
          <pc:sldMk cId="2782309191" sldId="261"/>
        </pc:sldMkLst>
        <pc:spChg chg="mod">
          <ac:chgData name="Syed, Taizeem ahmad (Student)" userId="3e6a0f2c-d438-4124-8ab8-d164813463eb" providerId="ADAL" clId="{75A18DB6-7B78-464E-98A3-1341654012B4}" dt="2025-04-02T17:17:11.612" v="3195" actId="1076"/>
          <ac:spMkLst>
            <pc:docMk/>
            <pc:sldMk cId="2782309191" sldId="261"/>
            <ac:spMk id="2" creationId="{6BC18F5B-8454-7DCD-1953-1084EEC20343}"/>
          </ac:spMkLst>
        </pc:spChg>
        <pc:spChg chg="add mod">
          <ac:chgData name="Syed, Taizeem ahmad (Student)" userId="3e6a0f2c-d438-4124-8ab8-d164813463eb" providerId="ADAL" clId="{75A18DB6-7B78-464E-98A3-1341654012B4}" dt="2025-04-02T17:24:23.144" v="3298" actId="208"/>
          <ac:spMkLst>
            <pc:docMk/>
            <pc:sldMk cId="2782309191" sldId="261"/>
            <ac:spMk id="3" creationId="{9133FAE7-A9DE-B5D6-23CD-E63FD1E312EB}"/>
          </ac:spMkLst>
        </pc:spChg>
        <pc:spChg chg="mod">
          <ac:chgData name="Syed, Taizeem ahmad (Student)" userId="3e6a0f2c-d438-4124-8ab8-d164813463eb" providerId="ADAL" clId="{75A18DB6-7B78-464E-98A3-1341654012B4}" dt="2025-04-01T11:16:44.361" v="49" actId="27636"/>
          <ac:spMkLst>
            <pc:docMk/>
            <pc:sldMk cId="2782309191" sldId="261"/>
            <ac:spMk id="3" creationId="{F3A848F3-D0A5-89E0-0504-741C16529774}"/>
          </ac:spMkLst>
        </pc:spChg>
        <pc:spChg chg="add mod topLvl">
          <ac:chgData name="Syed, Taizeem ahmad (Student)" userId="3e6a0f2c-d438-4124-8ab8-d164813463eb" providerId="ADAL" clId="{75A18DB6-7B78-464E-98A3-1341654012B4}" dt="2025-04-02T18:06:32.918" v="3455" actId="165"/>
          <ac:spMkLst>
            <pc:docMk/>
            <pc:sldMk cId="2782309191" sldId="261"/>
            <ac:spMk id="4" creationId="{16E70963-4F2D-D8DE-A8B8-632887010DFC}"/>
          </ac:spMkLst>
        </pc:spChg>
        <pc:spChg chg="add del">
          <ac:chgData name="Syed, Taizeem ahmad (Student)" userId="3e6a0f2c-d438-4124-8ab8-d164813463eb" providerId="ADAL" clId="{75A18DB6-7B78-464E-98A3-1341654012B4}" dt="2025-04-01T11:19:10.789" v="87" actId="478"/>
          <ac:spMkLst>
            <pc:docMk/>
            <pc:sldMk cId="2782309191" sldId="261"/>
            <ac:spMk id="4" creationId="{840DDCB5-FA52-92E7-AE74-9F3D7447B3DD}"/>
          </ac:spMkLst>
        </pc:spChg>
        <pc:spChg chg="add del mod">
          <ac:chgData name="Syed, Taizeem ahmad (Student)" userId="3e6a0f2c-d438-4124-8ab8-d164813463eb" providerId="ADAL" clId="{75A18DB6-7B78-464E-98A3-1341654012B4}" dt="2025-04-01T14:49:59.499" v="898" actId="21"/>
          <ac:spMkLst>
            <pc:docMk/>
            <pc:sldMk cId="2782309191" sldId="261"/>
            <ac:spMk id="5" creationId="{4F479EDB-E15A-47E2-9BFC-761E8BF0BFDF}"/>
          </ac:spMkLst>
        </pc:spChg>
        <pc:spChg chg="add del mod topLvl">
          <ac:chgData name="Syed, Taizeem ahmad (Student)" userId="3e6a0f2c-d438-4124-8ab8-d164813463eb" providerId="ADAL" clId="{75A18DB6-7B78-464E-98A3-1341654012B4}" dt="2025-04-02T18:07:34.085" v="3463" actId="12084"/>
          <ac:spMkLst>
            <pc:docMk/>
            <pc:sldMk cId="2782309191" sldId="261"/>
            <ac:spMk id="5" creationId="{C23576CF-805B-EEB9-8256-CC9D7B868E0A}"/>
          </ac:spMkLst>
        </pc:spChg>
        <pc:spChg chg="del">
          <ac:chgData name="Syed, Taizeem ahmad (Student)" userId="3e6a0f2c-d438-4124-8ab8-d164813463eb" providerId="ADAL" clId="{75A18DB6-7B78-464E-98A3-1341654012B4}" dt="2025-04-01T11:21:11.428" v="114"/>
          <ac:spMkLst>
            <pc:docMk/>
            <pc:sldMk cId="2782309191" sldId="261"/>
            <ac:spMk id="5" creationId="{D5DAC55E-EB39-BCB1-0440-D4C60709BC5F}"/>
          </ac:spMkLst>
        </pc:spChg>
        <pc:spChg chg="mod">
          <ac:chgData name="Syed, Taizeem ahmad (Student)" userId="3e6a0f2c-d438-4124-8ab8-d164813463eb" providerId="ADAL" clId="{75A18DB6-7B78-464E-98A3-1341654012B4}" dt="2025-04-01T11:33:14.488" v="156" actId="20578"/>
          <ac:spMkLst>
            <pc:docMk/>
            <pc:sldMk cId="2782309191" sldId="261"/>
            <ac:spMk id="6" creationId="{3782364D-46E6-D3F3-FAC0-074BE55DAA2C}"/>
          </ac:spMkLst>
        </pc:spChg>
        <pc:spChg chg="add mod">
          <ac:chgData name="Syed, Taizeem ahmad (Student)" userId="3e6a0f2c-d438-4124-8ab8-d164813463eb" providerId="ADAL" clId="{75A18DB6-7B78-464E-98A3-1341654012B4}" dt="2025-04-02T17:27:33.063" v="3325" actId="208"/>
          <ac:spMkLst>
            <pc:docMk/>
            <pc:sldMk cId="2782309191" sldId="261"/>
            <ac:spMk id="6" creationId="{3C983E95-EEAC-A813-F38B-FDD50D6880E6}"/>
          </ac:spMkLst>
        </pc:spChg>
        <pc:spChg chg="add del mod">
          <ac:chgData name="Syed, Taizeem ahmad (Student)" userId="3e6a0f2c-d438-4124-8ab8-d164813463eb" providerId="ADAL" clId="{75A18DB6-7B78-464E-98A3-1341654012B4}" dt="2025-04-01T14:55:36.848" v="951" actId="26606"/>
          <ac:spMkLst>
            <pc:docMk/>
            <pc:sldMk cId="2782309191" sldId="261"/>
            <ac:spMk id="6" creationId="{76CE5FA8-1587-0F84-E197-B36E3153096A}"/>
          </ac:spMkLst>
        </pc:spChg>
        <pc:spChg chg="add mod">
          <ac:chgData name="Syed, Taizeem ahmad (Student)" userId="3e6a0f2c-d438-4124-8ab8-d164813463eb" providerId="ADAL" clId="{75A18DB6-7B78-464E-98A3-1341654012B4}" dt="2025-04-02T18:05:25.033" v="3453" actId="14100"/>
          <ac:spMkLst>
            <pc:docMk/>
            <pc:sldMk cId="2782309191" sldId="261"/>
            <ac:spMk id="7" creationId="{9BB74878-15F2-DA5D-120C-16B5C834540B}"/>
          </ac:spMkLst>
        </pc:spChg>
        <pc:spChg chg="add del mod">
          <ac:chgData name="Syed, Taizeem ahmad (Student)" userId="3e6a0f2c-d438-4124-8ab8-d164813463eb" providerId="ADAL" clId="{75A18DB6-7B78-464E-98A3-1341654012B4}" dt="2025-04-01T11:21:50.416" v="121"/>
          <ac:spMkLst>
            <pc:docMk/>
            <pc:sldMk cId="2782309191" sldId="261"/>
            <ac:spMk id="7" creationId="{F294DB67-7667-FD23-F3FF-6ABD3FF1A056}"/>
          </ac:spMkLst>
        </pc:spChg>
        <pc:spChg chg="add mod">
          <ac:chgData name="Syed, Taizeem ahmad (Student)" userId="3e6a0f2c-d438-4124-8ab8-d164813463eb" providerId="ADAL" clId="{75A18DB6-7B78-464E-98A3-1341654012B4}" dt="2025-04-01T11:24:46.930" v="142" actId="478"/>
          <ac:spMkLst>
            <pc:docMk/>
            <pc:sldMk cId="2782309191" sldId="261"/>
            <ac:spMk id="8" creationId="{E5DFA863-2561-3AF9-D278-6EFEE04066F7}"/>
          </ac:spMkLst>
        </pc:spChg>
        <pc:spChg chg="add mod">
          <ac:chgData name="Syed, Taizeem ahmad (Student)" userId="3e6a0f2c-d438-4124-8ab8-d164813463eb" providerId="ADAL" clId="{75A18DB6-7B78-464E-98A3-1341654012B4}" dt="2025-04-01T11:34:24.331" v="157" actId="767"/>
          <ac:spMkLst>
            <pc:docMk/>
            <pc:sldMk cId="2782309191" sldId="261"/>
            <ac:spMk id="11" creationId="{8258561A-E376-8AD2-FB77-3AEEA8A6C7F0}"/>
          </ac:spMkLst>
        </pc:spChg>
        <pc:spChg chg="add del mod">
          <ac:chgData name="Syed, Taizeem ahmad (Student)" userId="3e6a0f2c-d438-4124-8ab8-d164813463eb" providerId="ADAL" clId="{75A18DB6-7B78-464E-98A3-1341654012B4}" dt="2025-04-01T14:49:52.382" v="897" actId="21"/>
          <ac:spMkLst>
            <pc:docMk/>
            <pc:sldMk cId="2782309191" sldId="261"/>
            <ac:spMk id="12" creationId="{3782364D-46E6-D3F3-FAC0-074BE55DAA2C}"/>
          </ac:spMkLst>
        </pc:spChg>
        <pc:spChg chg="add mod">
          <ac:chgData name="Syed, Taizeem ahmad (Student)" userId="3e6a0f2c-d438-4124-8ab8-d164813463eb" providerId="ADAL" clId="{75A18DB6-7B78-464E-98A3-1341654012B4}" dt="2025-04-02T17:17:11.612" v="3195" actId="1076"/>
          <ac:spMkLst>
            <pc:docMk/>
            <pc:sldMk cId="2782309191" sldId="261"/>
            <ac:spMk id="13" creationId="{752542BA-D15E-DAB9-6B9D-AB25AE141146}"/>
          </ac:spMkLst>
        </pc:spChg>
        <pc:spChg chg="add del mod">
          <ac:chgData name="Syed, Taizeem ahmad (Student)" userId="3e6a0f2c-d438-4124-8ab8-d164813463eb" providerId="ADAL" clId="{75A18DB6-7B78-464E-98A3-1341654012B4}" dt="2025-04-01T11:56:16.062" v="173"/>
          <ac:spMkLst>
            <pc:docMk/>
            <pc:sldMk cId="2782309191" sldId="261"/>
            <ac:spMk id="14" creationId="{A81736A8-6A18-2688-9B97-E43FE2659A8A}"/>
          </ac:spMkLst>
        </pc:spChg>
        <pc:spChg chg="mod">
          <ac:chgData name="Syed, Taizeem ahmad (Student)" userId="3e6a0f2c-d438-4124-8ab8-d164813463eb" providerId="ADAL" clId="{75A18DB6-7B78-464E-98A3-1341654012B4}" dt="2025-04-02T17:17:11.612" v="3195" actId="1076"/>
          <ac:spMkLst>
            <pc:docMk/>
            <pc:sldMk cId="2782309191" sldId="261"/>
            <ac:spMk id="3133" creationId="{E3BC0364-4B58-4841-A227-00A6A59E02C6}"/>
          </ac:spMkLst>
        </pc:spChg>
        <pc:spChg chg="mod">
          <ac:chgData name="Syed, Taizeem ahmad (Student)" userId="3e6a0f2c-d438-4124-8ab8-d164813463eb" providerId="ADAL" clId="{75A18DB6-7B78-464E-98A3-1341654012B4}" dt="2025-04-02T17:17:11.612" v="3195" actId="1076"/>
          <ac:spMkLst>
            <pc:docMk/>
            <pc:sldMk cId="2782309191" sldId="261"/>
            <ac:spMk id="3135" creationId="{A029A1F4-D02D-48E4-9331-6870B23B4FAF}"/>
          </ac:spMkLst>
        </pc:spChg>
        <pc:spChg chg="mod">
          <ac:chgData name="Syed, Taizeem ahmad (Student)" userId="3e6a0f2c-d438-4124-8ab8-d164813463eb" providerId="ADAL" clId="{75A18DB6-7B78-464E-98A3-1341654012B4}" dt="2025-04-02T17:17:11.612" v="3195" actId="1076"/>
          <ac:spMkLst>
            <pc:docMk/>
            <pc:sldMk cId="2782309191" sldId="261"/>
            <ac:spMk id="3137" creationId="{D06A8CF3-711E-4C63-9DD5-53A2696C0D6F}"/>
          </ac:spMkLst>
        </pc:spChg>
        <pc:grpChg chg="add del mod">
          <ac:chgData name="Syed, Taizeem ahmad (Student)" userId="3e6a0f2c-d438-4124-8ab8-d164813463eb" providerId="ADAL" clId="{75A18DB6-7B78-464E-98A3-1341654012B4}" dt="2025-04-02T18:06:32.918" v="3455" actId="165"/>
          <ac:grpSpMkLst>
            <pc:docMk/>
            <pc:sldMk cId="2782309191" sldId="261"/>
            <ac:grpSpMk id="8" creationId="{48C846D7-9316-8768-E131-441AC9B45EC7}"/>
          </ac:grpSpMkLst>
        </pc:grpChg>
        <pc:graphicFrameChg chg="add mod">
          <ac:chgData name="Syed, Taizeem ahmad (Student)" userId="3e6a0f2c-d438-4124-8ab8-d164813463eb" providerId="ADAL" clId="{75A18DB6-7B78-464E-98A3-1341654012B4}" dt="2025-04-02T18:07:32.779" v="3462" actId="14100"/>
          <ac:graphicFrameMkLst>
            <pc:docMk/>
            <pc:sldMk cId="2782309191" sldId="261"/>
            <ac:graphicFrameMk id="9" creationId="{642B8193-CFE4-4D33-2453-CB1C2B80DFB1}"/>
          </ac:graphicFrameMkLst>
        </pc:graphicFrameChg>
        <pc:graphicFrameChg chg="add del">
          <ac:chgData name="Syed, Taizeem ahmad (Student)" userId="3e6a0f2c-d438-4124-8ab8-d164813463eb" providerId="ADAL" clId="{75A18DB6-7B78-464E-98A3-1341654012B4}" dt="2025-04-01T14:53:55.326" v="931" actId="26606"/>
          <ac:graphicFrameMkLst>
            <pc:docMk/>
            <pc:sldMk cId="2782309191" sldId="261"/>
            <ac:graphicFrameMk id="3139" creationId="{3384797F-C5A0-C832-9CC7-E93AB70B7B2C}"/>
          </ac:graphicFrameMkLst>
        </pc:graphicFrameChg>
        <pc:graphicFrameChg chg="add del mod">
          <ac:chgData name="Syed, Taizeem ahmad (Student)" userId="3e6a0f2c-d438-4124-8ab8-d164813463eb" providerId="ADAL" clId="{75A18DB6-7B78-464E-98A3-1341654012B4}" dt="2025-04-01T14:55:01.861" v="944" actId="26606"/>
          <ac:graphicFrameMkLst>
            <pc:docMk/>
            <pc:sldMk cId="2782309191" sldId="261"/>
            <ac:graphicFrameMk id="3140" creationId="{E333FA8B-C111-A9D0-9285-6BF72F9A9DDA}"/>
          </ac:graphicFrameMkLst>
        </pc:graphicFrameChg>
        <pc:graphicFrameChg chg="add del">
          <ac:chgData name="Syed, Taizeem ahmad (Student)" userId="3e6a0f2c-d438-4124-8ab8-d164813463eb" providerId="ADAL" clId="{75A18DB6-7B78-464E-98A3-1341654012B4}" dt="2025-04-01T14:53:56.381" v="933" actId="26606"/>
          <ac:graphicFrameMkLst>
            <pc:docMk/>
            <pc:sldMk cId="2782309191" sldId="261"/>
            <ac:graphicFrameMk id="3141" creationId="{4D39761E-3F1F-CB13-50D5-348C7B2E1B35}"/>
          </ac:graphicFrameMkLst>
        </pc:graphicFrameChg>
        <pc:graphicFrameChg chg="add del">
          <ac:chgData name="Syed, Taizeem ahmad (Student)" userId="3e6a0f2c-d438-4124-8ab8-d164813463eb" providerId="ADAL" clId="{75A18DB6-7B78-464E-98A3-1341654012B4}" dt="2025-04-01T14:55:20.719" v="946" actId="26606"/>
          <ac:graphicFrameMkLst>
            <pc:docMk/>
            <pc:sldMk cId="2782309191" sldId="261"/>
            <ac:graphicFrameMk id="3142" creationId="{C9F050E5-5DE3-9E20-BAD1-A06933B01C0B}"/>
          </ac:graphicFrameMkLst>
        </pc:graphicFrameChg>
        <pc:graphicFrameChg chg="add del mod">
          <ac:chgData name="Syed, Taizeem ahmad (Student)" userId="3e6a0f2c-d438-4124-8ab8-d164813463eb" providerId="ADAL" clId="{75A18DB6-7B78-464E-98A3-1341654012B4}" dt="2025-04-01T14:54:13.248" v="939" actId="26606"/>
          <ac:graphicFrameMkLst>
            <pc:docMk/>
            <pc:sldMk cId="2782309191" sldId="261"/>
            <ac:graphicFrameMk id="3143" creationId="{3384797F-C5A0-C832-9CC7-E93AB70B7B2C}"/>
          </ac:graphicFrameMkLst>
        </pc:graphicFrameChg>
        <pc:graphicFrameChg chg="add del">
          <ac:chgData name="Syed, Taizeem ahmad (Student)" userId="3e6a0f2c-d438-4124-8ab8-d164813463eb" providerId="ADAL" clId="{75A18DB6-7B78-464E-98A3-1341654012B4}" dt="2025-04-01T14:55:33.205" v="948" actId="26606"/>
          <ac:graphicFrameMkLst>
            <pc:docMk/>
            <pc:sldMk cId="2782309191" sldId="261"/>
            <ac:graphicFrameMk id="3144" creationId="{D881174D-283E-6791-6B31-61974BB62B6D}"/>
          </ac:graphicFrameMkLst>
        </pc:graphicFrameChg>
        <pc:graphicFrameChg chg="add del">
          <ac:chgData name="Syed, Taizeem ahmad (Student)" userId="3e6a0f2c-d438-4124-8ab8-d164813463eb" providerId="ADAL" clId="{75A18DB6-7B78-464E-98A3-1341654012B4}" dt="2025-04-01T14:55:36.833" v="950" actId="26606"/>
          <ac:graphicFrameMkLst>
            <pc:docMk/>
            <pc:sldMk cId="2782309191" sldId="261"/>
            <ac:graphicFrameMk id="3146" creationId="{FA882AFA-4A32-E734-07FB-4AE6CD1ACA18}"/>
          </ac:graphicFrameMkLst>
        </pc:graphicFrameChg>
        <pc:graphicFrameChg chg="add del mod modGraphic">
          <ac:chgData name="Syed, Taizeem ahmad (Student)" userId="3e6a0f2c-d438-4124-8ab8-d164813463eb" providerId="ADAL" clId="{75A18DB6-7B78-464E-98A3-1341654012B4}" dt="2025-04-02T17:21:02.657" v="3253" actId="478"/>
          <ac:graphicFrameMkLst>
            <pc:docMk/>
            <pc:sldMk cId="2782309191" sldId="261"/>
            <ac:graphicFrameMk id="3148" creationId="{C9F050E5-5DE3-9E20-BAD1-A06933B01C0B}"/>
          </ac:graphicFrameMkLst>
        </pc:graphicFrameChg>
        <pc:picChg chg="mod">
          <ac:chgData name="Syed, Taizeem ahmad (Student)" userId="3e6a0f2c-d438-4124-8ab8-d164813463eb" providerId="ADAL" clId="{75A18DB6-7B78-464E-98A3-1341654012B4}" dt="2025-04-02T17:23:49.871" v="3296" actId="1076"/>
          <ac:picMkLst>
            <pc:docMk/>
            <pc:sldMk cId="2782309191" sldId="261"/>
            <ac:picMk id="10" creationId="{21ACE624-EB69-9B06-3B6D-34A5E3C1C2E0}"/>
          </ac:picMkLst>
        </pc:picChg>
        <pc:picChg chg="add del mod">
          <ac:chgData name="Syed, Taizeem ahmad (Student)" userId="3e6a0f2c-d438-4124-8ab8-d164813463eb" providerId="ADAL" clId="{75A18DB6-7B78-464E-98A3-1341654012B4}" dt="2025-04-02T17:23:49.871" v="3296" actId="1076"/>
          <ac:picMkLst>
            <pc:docMk/>
            <pc:sldMk cId="2782309191" sldId="261"/>
            <ac:picMk id="3074" creationId="{9BBFE2AA-D898-7944-FDA5-71D224F1EAE4}"/>
          </ac:picMkLst>
        </pc:picChg>
        <pc:picChg chg="add del">
          <ac:chgData name="Syed, Taizeem ahmad (Student)" userId="3e6a0f2c-d438-4124-8ab8-d164813463eb" providerId="ADAL" clId="{75A18DB6-7B78-464E-98A3-1341654012B4}" dt="2025-04-01T11:19:10.789" v="87" actId="478"/>
          <ac:picMkLst>
            <pc:docMk/>
            <pc:sldMk cId="2782309191" sldId="261"/>
            <ac:picMk id="3076" creationId="{99BD5232-CDE4-E199-446B-D93A532CC80D}"/>
          </ac:picMkLst>
        </pc:picChg>
        <pc:picChg chg="add mod">
          <ac:chgData name="Syed, Taizeem ahmad (Student)" userId="3e6a0f2c-d438-4124-8ab8-d164813463eb" providerId="ADAL" clId="{75A18DB6-7B78-464E-98A3-1341654012B4}" dt="2025-04-01T11:19:07.867" v="86" actId="14100"/>
          <ac:picMkLst>
            <pc:docMk/>
            <pc:sldMk cId="2782309191" sldId="261"/>
            <ac:picMk id="3078" creationId="{BF13EBFE-BB6D-492D-58D9-ECD998131300}"/>
          </ac:picMkLst>
        </pc:picChg>
        <pc:picChg chg="add del mod">
          <ac:chgData name="Syed, Taizeem ahmad (Student)" userId="3e6a0f2c-d438-4124-8ab8-d164813463eb" providerId="ADAL" clId="{75A18DB6-7B78-464E-98A3-1341654012B4}" dt="2025-04-01T11:21:39.065" v="120" actId="478"/>
          <ac:picMkLst>
            <pc:docMk/>
            <pc:sldMk cId="2782309191" sldId="261"/>
            <ac:picMk id="3080" creationId="{BCD15829-8496-BE62-5E0E-7219E477DAAE}"/>
          </ac:picMkLst>
        </pc:picChg>
        <pc:picChg chg="add del mod">
          <ac:chgData name="Syed, Taizeem ahmad (Student)" userId="3e6a0f2c-d438-4124-8ab8-d164813463eb" providerId="ADAL" clId="{75A18DB6-7B78-464E-98A3-1341654012B4}" dt="2025-04-01T11:24:46.930" v="142" actId="478"/>
          <ac:picMkLst>
            <pc:docMk/>
            <pc:sldMk cId="2782309191" sldId="261"/>
            <ac:picMk id="3082" creationId="{341B5D7D-6DA2-333E-4324-CE6C7AC30AAE}"/>
          </ac:picMkLst>
        </pc:picChg>
      </pc:sldChg>
      <pc:sldChg chg="addSp delSp modSp mod ord setBg setClrOvrMap">
        <pc:chgData name="Syed, Taizeem ahmad (Student)" userId="3e6a0f2c-d438-4124-8ab8-d164813463eb" providerId="ADAL" clId="{75A18DB6-7B78-464E-98A3-1341654012B4}" dt="2025-04-02T18:07:59.155" v="3467" actId="207"/>
        <pc:sldMkLst>
          <pc:docMk/>
          <pc:sldMk cId="179440666" sldId="262"/>
        </pc:sldMkLst>
        <pc:spChg chg="mod">
          <ac:chgData name="Syed, Taizeem ahmad (Student)" userId="3e6a0f2c-d438-4124-8ab8-d164813463eb" providerId="ADAL" clId="{75A18DB6-7B78-464E-98A3-1341654012B4}" dt="2025-04-02T18:07:49.878" v="3465" actId="207"/>
          <ac:spMkLst>
            <pc:docMk/>
            <pc:sldMk cId="179440666" sldId="262"/>
            <ac:spMk id="2" creationId="{37A49A10-F4C0-E910-BA74-34FDE72DC408}"/>
          </ac:spMkLst>
        </pc:spChg>
        <pc:spChg chg="add mod ord">
          <ac:chgData name="Syed, Taizeem ahmad (Student)" userId="3e6a0f2c-d438-4124-8ab8-d164813463eb" providerId="ADAL" clId="{75A18DB6-7B78-464E-98A3-1341654012B4}" dt="2025-04-02T18:07:53.448" v="3466" actId="207"/>
          <ac:spMkLst>
            <pc:docMk/>
            <pc:sldMk cId="179440666" sldId="262"/>
            <ac:spMk id="3" creationId="{952F55FB-298A-D306-AFF0-BE69C11FC9E9}"/>
          </ac:spMkLst>
        </pc:spChg>
        <pc:spChg chg="add del mod">
          <ac:chgData name="Syed, Taizeem ahmad (Student)" userId="3e6a0f2c-d438-4124-8ab8-d164813463eb" providerId="ADAL" clId="{75A18DB6-7B78-464E-98A3-1341654012B4}" dt="2025-04-02T17:14:58.895" v="3185" actId="208"/>
          <ac:spMkLst>
            <pc:docMk/>
            <pc:sldMk cId="179440666" sldId="262"/>
            <ac:spMk id="5" creationId="{DB704DB6-D6BE-5434-ACED-D8066D6EE391}"/>
          </ac:spMkLst>
        </pc:spChg>
        <pc:spChg chg="mod">
          <ac:chgData name="Syed, Taizeem ahmad (Student)" userId="3e6a0f2c-d438-4124-8ab8-d164813463eb" providerId="ADAL" clId="{75A18DB6-7B78-464E-98A3-1341654012B4}" dt="2025-04-02T17:14:58.895" v="3185" actId="208"/>
          <ac:spMkLst>
            <pc:docMk/>
            <pc:sldMk cId="179440666" sldId="262"/>
            <ac:spMk id="6" creationId="{5EB616B0-C67D-0C15-DFBA-A63D99A74F37}"/>
          </ac:spMkLst>
        </pc:spChg>
        <pc:spChg chg="mod">
          <ac:chgData name="Syed, Taizeem ahmad (Student)" userId="3e6a0f2c-d438-4124-8ab8-d164813463eb" providerId="ADAL" clId="{75A18DB6-7B78-464E-98A3-1341654012B4}" dt="2025-04-02T17:14:58.895" v="3185" actId="208"/>
          <ac:spMkLst>
            <pc:docMk/>
            <pc:sldMk cId="179440666" sldId="262"/>
            <ac:spMk id="7" creationId="{C964FD42-7A48-3356-B2DA-20D3359DAE9A}"/>
          </ac:spMkLst>
        </pc:spChg>
        <pc:spChg chg="mod">
          <ac:chgData name="Syed, Taizeem ahmad (Student)" userId="3e6a0f2c-d438-4124-8ab8-d164813463eb" providerId="ADAL" clId="{75A18DB6-7B78-464E-98A3-1341654012B4}" dt="2025-04-02T17:14:58.895" v="3185" actId="208"/>
          <ac:spMkLst>
            <pc:docMk/>
            <pc:sldMk cId="179440666" sldId="262"/>
            <ac:spMk id="8" creationId="{B2EE0372-A146-6628-BD29-82765CBC62BC}"/>
          </ac:spMkLst>
        </pc:spChg>
        <pc:spChg chg="mod">
          <ac:chgData name="Syed, Taizeem ahmad (Student)" userId="3e6a0f2c-d438-4124-8ab8-d164813463eb" providerId="ADAL" clId="{75A18DB6-7B78-464E-98A3-1341654012B4}" dt="2025-04-02T17:14:58.895" v="3185" actId="208"/>
          <ac:spMkLst>
            <pc:docMk/>
            <pc:sldMk cId="179440666" sldId="262"/>
            <ac:spMk id="9" creationId="{B48B5965-EC68-4512-C078-F1FB472B69C9}"/>
          </ac:spMkLst>
        </pc:spChg>
        <pc:spChg chg="mod">
          <ac:chgData name="Syed, Taizeem ahmad (Student)" userId="3e6a0f2c-d438-4124-8ab8-d164813463eb" providerId="ADAL" clId="{75A18DB6-7B78-464E-98A3-1341654012B4}" dt="2025-04-02T17:14:58.895" v="3185" actId="208"/>
          <ac:spMkLst>
            <pc:docMk/>
            <pc:sldMk cId="179440666" sldId="262"/>
            <ac:spMk id="10" creationId="{4931D05C-C62E-E696-6D9F-CC7D65211C91}"/>
          </ac:spMkLst>
        </pc:spChg>
        <pc:spChg chg="add mod">
          <ac:chgData name="Syed, Taizeem ahmad (Student)" userId="3e6a0f2c-d438-4124-8ab8-d164813463eb" providerId="ADAL" clId="{75A18DB6-7B78-464E-98A3-1341654012B4}" dt="2025-04-02T18:07:49.878" v="3465" actId="207"/>
          <ac:spMkLst>
            <pc:docMk/>
            <pc:sldMk cId="179440666" sldId="262"/>
            <ac:spMk id="11" creationId="{B1BA9E1E-73C1-F656-E7D7-C53C1A10EE21}"/>
          </ac:spMkLst>
        </pc:spChg>
        <pc:spChg chg="add mod">
          <ac:chgData name="Syed, Taizeem ahmad (Student)" userId="3e6a0f2c-d438-4124-8ab8-d164813463eb" providerId="ADAL" clId="{75A18DB6-7B78-464E-98A3-1341654012B4}" dt="2025-04-02T18:07:59.155" v="3467" actId="207"/>
          <ac:spMkLst>
            <pc:docMk/>
            <pc:sldMk cId="179440666" sldId="262"/>
            <ac:spMk id="12" creationId="{479BB186-C747-70F1-DB42-63F8AC4BAD6C}"/>
          </ac:spMkLst>
        </pc:spChg>
        <pc:spChg chg="del mod">
          <ac:chgData name="Syed, Taizeem ahmad (Student)" userId="3e6a0f2c-d438-4124-8ab8-d164813463eb" providerId="ADAL" clId="{75A18DB6-7B78-464E-98A3-1341654012B4}" dt="2025-04-02T17:06:31.485" v="3087" actId="478"/>
          <ac:spMkLst>
            <pc:docMk/>
            <pc:sldMk cId="179440666" sldId="262"/>
            <ac:spMk id="51" creationId="{7801E6A8-6FDA-8496-1181-9B51479F295E}"/>
          </ac:spMkLst>
        </pc:spChg>
        <pc:spChg chg="add del">
          <ac:chgData name="Syed, Taizeem ahmad (Student)" userId="3e6a0f2c-d438-4124-8ab8-d164813463eb" providerId="ADAL" clId="{75A18DB6-7B78-464E-98A3-1341654012B4}" dt="2025-04-01T19:03:58.879" v="1079" actId="26606"/>
          <ac:spMkLst>
            <pc:docMk/>
            <pc:sldMk cId="179440666" sldId="262"/>
            <ac:spMk id="56" creationId="{BAC87F6E-526A-49B5-995D-42DB656594C9}"/>
          </ac:spMkLst>
        </pc:spChg>
        <pc:spChg chg="add del">
          <ac:chgData name="Syed, Taizeem ahmad (Student)" userId="3e6a0f2c-d438-4124-8ab8-d164813463eb" providerId="ADAL" clId="{75A18DB6-7B78-464E-98A3-1341654012B4}" dt="2025-04-01T19:03:58.879" v="1079" actId="26606"/>
          <ac:spMkLst>
            <pc:docMk/>
            <pc:sldMk cId="179440666" sldId="262"/>
            <ac:spMk id="58" creationId="{5E5436DB-4E8B-43A5-AE55-1C527B62E203}"/>
          </ac:spMkLst>
        </pc:spChg>
        <pc:spChg chg="add del">
          <ac:chgData name="Syed, Taizeem ahmad (Student)" userId="3e6a0f2c-d438-4124-8ab8-d164813463eb" providerId="ADAL" clId="{75A18DB6-7B78-464E-98A3-1341654012B4}" dt="2025-04-01T19:03:58.879" v="1079" actId="26606"/>
          <ac:spMkLst>
            <pc:docMk/>
            <pc:sldMk cId="179440666" sldId="262"/>
            <ac:spMk id="60" creationId="{0D65299F-028F-4AFC-B46A-8DB33E20FE4A}"/>
          </ac:spMkLst>
        </pc:spChg>
        <pc:spChg chg="add del">
          <ac:chgData name="Syed, Taizeem ahmad (Student)" userId="3e6a0f2c-d438-4124-8ab8-d164813463eb" providerId="ADAL" clId="{75A18DB6-7B78-464E-98A3-1341654012B4}" dt="2025-04-01T19:03:58.879" v="1078" actId="26606"/>
          <ac:spMkLst>
            <pc:docMk/>
            <pc:sldMk cId="179440666" sldId="262"/>
            <ac:spMk id="65" creationId="{2AEFFFF2-9EB4-4B6C-B9F8-2BA3EF89A21C}"/>
          </ac:spMkLst>
        </pc:spChg>
        <pc:spChg chg="add del">
          <ac:chgData name="Syed, Taizeem ahmad (Student)" userId="3e6a0f2c-d438-4124-8ab8-d164813463eb" providerId="ADAL" clId="{75A18DB6-7B78-464E-98A3-1341654012B4}" dt="2025-04-01T19:03:58.879" v="1078" actId="26606"/>
          <ac:spMkLst>
            <pc:docMk/>
            <pc:sldMk cId="179440666" sldId="262"/>
            <ac:spMk id="67" creationId="{0D65299F-028F-4AFC-B46A-8DB33E20FE4A}"/>
          </ac:spMkLst>
        </pc:spChg>
        <pc:spChg chg="add del">
          <ac:chgData name="Syed, Taizeem ahmad (Student)" userId="3e6a0f2c-d438-4124-8ab8-d164813463eb" providerId="ADAL" clId="{75A18DB6-7B78-464E-98A3-1341654012B4}" dt="2025-04-01T19:03:58.879" v="1078" actId="26606"/>
          <ac:spMkLst>
            <pc:docMk/>
            <pc:sldMk cId="179440666" sldId="262"/>
            <ac:spMk id="69" creationId="{BAC87F6E-526A-49B5-995D-42DB656594C9}"/>
          </ac:spMkLst>
        </pc:spChg>
        <pc:spChg chg="add del">
          <ac:chgData name="Syed, Taizeem ahmad (Student)" userId="3e6a0f2c-d438-4124-8ab8-d164813463eb" providerId="ADAL" clId="{75A18DB6-7B78-464E-98A3-1341654012B4}" dt="2025-04-01T19:04:08.769" v="1080" actId="26606"/>
          <ac:spMkLst>
            <pc:docMk/>
            <pc:sldMk cId="179440666" sldId="262"/>
            <ac:spMk id="71" creationId="{9A3764AE-D7B7-4CB5-A0E1-2885E4598A09}"/>
          </ac:spMkLst>
        </pc:spChg>
        <pc:spChg chg="add del">
          <ac:chgData name="Syed, Taizeem ahmad (Student)" userId="3e6a0f2c-d438-4124-8ab8-d164813463eb" providerId="ADAL" clId="{75A18DB6-7B78-464E-98A3-1341654012B4}" dt="2025-04-01T19:04:08.769" v="1080" actId="26606"/>
          <ac:spMkLst>
            <pc:docMk/>
            <pc:sldMk cId="179440666" sldId="262"/>
            <ac:spMk id="72" creationId="{329C095C-3AB6-49D8-9436-3672566FEEDB}"/>
          </ac:spMkLst>
        </pc:spChg>
        <pc:spChg chg="add del">
          <ac:chgData name="Syed, Taizeem ahmad (Student)" userId="3e6a0f2c-d438-4124-8ab8-d164813463eb" providerId="ADAL" clId="{75A18DB6-7B78-464E-98A3-1341654012B4}" dt="2025-04-02T17:05:10.581" v="3070" actId="26606"/>
          <ac:spMkLst>
            <pc:docMk/>
            <pc:sldMk cId="179440666" sldId="262"/>
            <ac:spMk id="77" creationId="{2AEFFFF2-9EB4-4B6C-B9F8-2BA3EF89A21C}"/>
          </ac:spMkLst>
        </pc:spChg>
        <pc:spChg chg="add del">
          <ac:chgData name="Syed, Taizeem ahmad (Student)" userId="3e6a0f2c-d438-4124-8ab8-d164813463eb" providerId="ADAL" clId="{75A18DB6-7B78-464E-98A3-1341654012B4}" dt="2025-04-02T17:05:10.581" v="3070" actId="26606"/>
          <ac:spMkLst>
            <pc:docMk/>
            <pc:sldMk cId="179440666" sldId="262"/>
            <ac:spMk id="79" creationId="{0D65299F-028F-4AFC-B46A-8DB33E20FE4A}"/>
          </ac:spMkLst>
        </pc:spChg>
        <pc:spChg chg="add del">
          <ac:chgData name="Syed, Taizeem ahmad (Student)" userId="3e6a0f2c-d438-4124-8ab8-d164813463eb" providerId="ADAL" clId="{75A18DB6-7B78-464E-98A3-1341654012B4}" dt="2025-04-02T17:05:10.581" v="3070" actId="26606"/>
          <ac:spMkLst>
            <pc:docMk/>
            <pc:sldMk cId="179440666" sldId="262"/>
            <ac:spMk id="81" creationId="{BAC87F6E-526A-49B5-995D-42DB656594C9}"/>
          </ac:spMkLst>
        </pc:spChg>
        <pc:spChg chg="add del">
          <ac:chgData name="Syed, Taizeem ahmad (Student)" userId="3e6a0f2c-d438-4124-8ab8-d164813463eb" providerId="ADAL" clId="{75A18DB6-7B78-464E-98A3-1341654012B4}" dt="2025-04-02T17:05:24.337" v="3073" actId="26606"/>
          <ac:spMkLst>
            <pc:docMk/>
            <pc:sldMk cId="179440666" sldId="262"/>
            <ac:spMk id="86" creationId="{AEE70035-2E4E-4F9F-A4A6-77B0B9FBD8DC}"/>
          </ac:spMkLst>
        </pc:spChg>
        <pc:spChg chg="add del">
          <ac:chgData name="Syed, Taizeem ahmad (Student)" userId="3e6a0f2c-d438-4124-8ab8-d164813463eb" providerId="ADAL" clId="{75A18DB6-7B78-464E-98A3-1341654012B4}" dt="2025-04-02T17:05:24.337" v="3073" actId="26606"/>
          <ac:spMkLst>
            <pc:docMk/>
            <pc:sldMk cId="179440666" sldId="262"/>
            <ac:spMk id="88" creationId="{48FDCBF5-07B8-49C5-BD1E-0DD5E1DB29DF}"/>
          </ac:spMkLst>
        </pc:spChg>
        <pc:spChg chg="add del">
          <ac:chgData name="Syed, Taizeem ahmad (Student)" userId="3e6a0f2c-d438-4124-8ab8-d164813463eb" providerId="ADAL" clId="{75A18DB6-7B78-464E-98A3-1341654012B4}" dt="2025-04-02T17:05:24.337" v="3073" actId="26606"/>
          <ac:spMkLst>
            <pc:docMk/>
            <pc:sldMk cId="179440666" sldId="262"/>
            <ac:spMk id="90" creationId="{4EFB64A5-5FD5-4748-BC76-137C0DEB6A09}"/>
          </ac:spMkLst>
        </pc:spChg>
        <pc:spChg chg="add del">
          <ac:chgData name="Syed, Taizeem ahmad (Student)" userId="3e6a0f2c-d438-4124-8ab8-d164813463eb" providerId="ADAL" clId="{75A18DB6-7B78-464E-98A3-1341654012B4}" dt="2025-04-02T17:05:40.533" v="3075" actId="26606"/>
          <ac:spMkLst>
            <pc:docMk/>
            <pc:sldMk cId="179440666" sldId="262"/>
            <ac:spMk id="95" creationId="{2AEFFFF2-9EB4-4B6C-B9F8-2BA3EF89A21C}"/>
          </ac:spMkLst>
        </pc:spChg>
        <pc:spChg chg="add del">
          <ac:chgData name="Syed, Taizeem ahmad (Student)" userId="3e6a0f2c-d438-4124-8ab8-d164813463eb" providerId="ADAL" clId="{75A18DB6-7B78-464E-98A3-1341654012B4}" dt="2025-04-02T17:05:40.533" v="3075" actId="26606"/>
          <ac:spMkLst>
            <pc:docMk/>
            <pc:sldMk cId="179440666" sldId="262"/>
            <ac:spMk id="97" creationId="{0D65299F-028F-4AFC-B46A-8DB33E20FE4A}"/>
          </ac:spMkLst>
        </pc:spChg>
        <pc:spChg chg="add del">
          <ac:chgData name="Syed, Taizeem ahmad (Student)" userId="3e6a0f2c-d438-4124-8ab8-d164813463eb" providerId="ADAL" clId="{75A18DB6-7B78-464E-98A3-1341654012B4}" dt="2025-04-02T17:05:40.533" v="3075" actId="26606"/>
          <ac:spMkLst>
            <pc:docMk/>
            <pc:sldMk cId="179440666" sldId="262"/>
            <ac:spMk id="99" creationId="{BAC87F6E-526A-49B5-995D-42DB656594C9}"/>
          </ac:spMkLst>
        </pc:spChg>
        <pc:spChg chg="add del">
          <ac:chgData name="Syed, Taizeem ahmad (Student)" userId="3e6a0f2c-d438-4124-8ab8-d164813463eb" providerId="ADAL" clId="{75A18DB6-7B78-464E-98A3-1341654012B4}" dt="2025-04-02T17:05:53.857" v="3079" actId="26606"/>
          <ac:spMkLst>
            <pc:docMk/>
            <pc:sldMk cId="179440666" sldId="262"/>
            <ac:spMk id="104" creationId="{9A3764AE-D7B7-4CB5-A0E1-2885E4598A09}"/>
          </ac:spMkLst>
        </pc:spChg>
        <pc:spChg chg="add del">
          <ac:chgData name="Syed, Taizeem ahmad (Student)" userId="3e6a0f2c-d438-4124-8ab8-d164813463eb" providerId="ADAL" clId="{75A18DB6-7B78-464E-98A3-1341654012B4}" dt="2025-04-02T17:05:53.857" v="3079" actId="26606"/>
          <ac:spMkLst>
            <pc:docMk/>
            <pc:sldMk cId="179440666" sldId="262"/>
            <ac:spMk id="106" creationId="{329C095C-3AB6-49D8-9436-3672566FEEDB}"/>
          </ac:spMkLst>
        </pc:spChg>
        <pc:spChg chg="add del">
          <ac:chgData name="Syed, Taizeem ahmad (Student)" userId="3e6a0f2c-d438-4124-8ab8-d164813463eb" providerId="ADAL" clId="{75A18DB6-7B78-464E-98A3-1341654012B4}" dt="2025-04-02T17:10:04.890" v="3117" actId="26606"/>
          <ac:spMkLst>
            <pc:docMk/>
            <pc:sldMk cId="179440666" sldId="262"/>
            <ac:spMk id="113" creationId="{879398A9-0D0D-4901-BDDF-B3D93CECA7B9}"/>
          </ac:spMkLst>
        </pc:spChg>
        <pc:spChg chg="add del">
          <ac:chgData name="Syed, Taizeem ahmad (Student)" userId="3e6a0f2c-d438-4124-8ab8-d164813463eb" providerId="ADAL" clId="{75A18DB6-7B78-464E-98A3-1341654012B4}" dt="2025-04-02T17:10:04.890" v="3117" actId="26606"/>
          <ac:spMkLst>
            <pc:docMk/>
            <pc:sldMk cId="179440666" sldId="262"/>
            <ac:spMk id="115" creationId="{011FEC3B-E514-4E21-B2CB-7903A73569E2}"/>
          </ac:spMkLst>
        </pc:spChg>
        <pc:spChg chg="add del">
          <ac:chgData name="Syed, Taizeem ahmad (Student)" userId="3e6a0f2c-d438-4124-8ab8-d164813463eb" providerId="ADAL" clId="{75A18DB6-7B78-464E-98A3-1341654012B4}" dt="2025-04-02T17:11:58.932" v="3139" actId="26606"/>
          <ac:spMkLst>
            <pc:docMk/>
            <pc:sldMk cId="179440666" sldId="262"/>
            <ac:spMk id="4101" creationId="{1660E788-AFA9-4A1B-9991-6AA74632A15B}"/>
          </ac:spMkLst>
        </pc:spChg>
        <pc:spChg chg="add del">
          <ac:chgData name="Syed, Taizeem ahmad (Student)" userId="3e6a0f2c-d438-4124-8ab8-d164813463eb" providerId="ADAL" clId="{75A18DB6-7B78-464E-98A3-1341654012B4}" dt="2025-04-02T17:11:58.932" v="3139" actId="26606"/>
          <ac:spMkLst>
            <pc:docMk/>
            <pc:sldMk cId="179440666" sldId="262"/>
            <ac:spMk id="4102" creationId="{867D4867-5BA7-4462-B2F6-A23F4A622AA7}"/>
          </ac:spMkLst>
        </pc:spChg>
        <pc:spChg chg="add del">
          <ac:chgData name="Syed, Taizeem ahmad (Student)" userId="3e6a0f2c-d438-4124-8ab8-d164813463eb" providerId="ADAL" clId="{75A18DB6-7B78-464E-98A3-1341654012B4}" dt="2025-04-02T17:10:15.809" v="3119" actId="26606"/>
          <ac:spMkLst>
            <pc:docMk/>
            <pc:sldMk cId="179440666" sldId="262"/>
            <ac:spMk id="4103" creationId="{1660E788-AFA9-4A1B-9991-6AA74632A15B}"/>
          </ac:spMkLst>
        </pc:spChg>
        <pc:spChg chg="add del">
          <ac:chgData name="Syed, Taizeem ahmad (Student)" userId="3e6a0f2c-d438-4124-8ab8-d164813463eb" providerId="ADAL" clId="{75A18DB6-7B78-464E-98A3-1341654012B4}" dt="2025-04-02T17:10:15.809" v="3119" actId="26606"/>
          <ac:spMkLst>
            <pc:docMk/>
            <pc:sldMk cId="179440666" sldId="262"/>
            <ac:spMk id="4105" creationId="{867D4867-5BA7-4462-B2F6-A23F4A622AA7}"/>
          </ac:spMkLst>
        </pc:spChg>
        <pc:grpChg chg="add mod ord">
          <ac:chgData name="Syed, Taizeem ahmad (Student)" userId="3e6a0f2c-d438-4124-8ab8-d164813463eb" providerId="ADAL" clId="{75A18DB6-7B78-464E-98A3-1341654012B4}" dt="2025-04-02T18:07:49.878" v="3465" actId="207"/>
          <ac:grpSpMkLst>
            <pc:docMk/>
            <pc:sldMk cId="179440666" sldId="262"/>
            <ac:grpSpMk id="4" creationId="{EB8AE6ED-E92B-46F2-CACF-4EF8A57BC1F6}"/>
          </ac:grpSpMkLst>
        </pc:grpChg>
        <pc:graphicFrameChg chg="add mod">
          <ac:chgData name="Syed, Taizeem ahmad (Student)" userId="3e6a0f2c-d438-4124-8ab8-d164813463eb" providerId="ADAL" clId="{75A18DB6-7B78-464E-98A3-1341654012B4}" dt="2025-04-01T14:05:00.586" v="688" actId="20577"/>
          <ac:graphicFrameMkLst>
            <pc:docMk/>
            <pc:sldMk cId="179440666" sldId="262"/>
            <ac:graphicFrameMk id="3" creationId="{48973E64-262B-B91B-BCB0-047C48770A29}"/>
          </ac:graphicFrameMkLst>
        </pc:graphicFrameChg>
        <pc:graphicFrameChg chg="mod">
          <ac:chgData name="Syed, Taizeem ahmad (Student)" userId="3e6a0f2c-d438-4124-8ab8-d164813463eb" providerId="ADAL" clId="{75A18DB6-7B78-464E-98A3-1341654012B4}" dt="2025-04-01T14:02:44.824" v="680"/>
          <ac:graphicFrameMkLst>
            <pc:docMk/>
            <pc:sldMk cId="179440666" sldId="262"/>
            <ac:graphicFrameMk id="63" creationId="{2B5B82CC-3883-E3F4-9A89-F1D6B70CB269}"/>
          </ac:graphicFrameMkLst>
        </pc:graphicFrameChg>
        <pc:graphicFrameChg chg="add del mod">
          <ac:chgData name="Syed, Taizeem ahmad (Student)" userId="3e6a0f2c-d438-4124-8ab8-d164813463eb" providerId="ADAL" clId="{75A18DB6-7B78-464E-98A3-1341654012B4}" dt="2025-04-02T17:09:55.831" v="3116" actId="18245"/>
          <ac:graphicFrameMkLst>
            <pc:docMk/>
            <pc:sldMk cId="179440666" sldId="262"/>
            <ac:graphicFrameMk id="4100" creationId="{A54DA033-DDF1-FB07-479C-C035E5BF67FA}"/>
          </ac:graphicFrameMkLst>
        </pc:graphicFrameChg>
        <pc:picChg chg="add del mod">
          <ac:chgData name="Syed, Taizeem ahmad (Student)" userId="3e6a0f2c-d438-4124-8ab8-d164813463eb" providerId="ADAL" clId="{75A18DB6-7B78-464E-98A3-1341654012B4}" dt="2025-04-01T14:04:59.984" v="687" actId="478"/>
          <ac:picMkLst>
            <pc:docMk/>
            <pc:sldMk cId="179440666" sldId="262"/>
            <ac:picMk id="4" creationId="{99136185-80A0-A94C-17E5-E5EA957605A2}"/>
          </ac:picMkLst>
        </pc:picChg>
        <pc:picChg chg="add del">
          <ac:chgData name="Syed, Taizeem ahmad (Student)" userId="3e6a0f2c-d438-4124-8ab8-d164813463eb" providerId="ADAL" clId="{75A18DB6-7B78-464E-98A3-1341654012B4}" dt="2025-04-02T17:07:33.761" v="3097" actId="478"/>
          <ac:picMkLst>
            <pc:docMk/>
            <pc:sldMk cId="179440666" sldId="262"/>
            <ac:picMk id="110" creationId="{E295094C-A732-FA9A-93CF-DF481855F79C}"/>
          </ac:picMkLst>
        </pc:picChg>
        <pc:picChg chg="add mod ord">
          <ac:chgData name="Syed, Taizeem ahmad (Student)" userId="3e6a0f2c-d438-4124-8ab8-d164813463eb" providerId="ADAL" clId="{75A18DB6-7B78-464E-98A3-1341654012B4}" dt="2025-04-02T18:07:49.878" v="3465" actId="207"/>
          <ac:picMkLst>
            <pc:docMk/>
            <pc:sldMk cId="179440666" sldId="262"/>
            <ac:picMk id="4098" creationId="{1D5ABADC-A0AB-BE3C-4507-95CE4223BC55}"/>
          </ac:picMkLst>
        </pc:picChg>
      </pc:sldChg>
      <pc:sldChg chg="modSp del mod setBg">
        <pc:chgData name="Syed, Taizeem ahmad (Student)" userId="3e6a0f2c-d438-4124-8ab8-d164813463eb" providerId="ADAL" clId="{75A18DB6-7B78-464E-98A3-1341654012B4}" dt="2025-04-02T17:27:49.734" v="3327" actId="2696"/>
        <pc:sldMkLst>
          <pc:docMk/>
          <pc:sldMk cId="372020955" sldId="263"/>
        </pc:sldMkLst>
        <pc:spChg chg="mod">
          <ac:chgData name="Syed, Taizeem ahmad (Student)" userId="3e6a0f2c-d438-4124-8ab8-d164813463eb" providerId="ADAL" clId="{75A18DB6-7B78-464E-98A3-1341654012B4}" dt="2025-04-01T19:10:01.166" v="1107" actId="20577"/>
          <ac:spMkLst>
            <pc:docMk/>
            <pc:sldMk cId="372020955" sldId="263"/>
            <ac:spMk id="2" creationId="{81596D19-7971-8ADA-FA84-362C72C0BEC6}"/>
          </ac:spMkLst>
        </pc:spChg>
        <pc:spChg chg="mod">
          <ac:chgData name="Syed, Taizeem ahmad (Student)" userId="3e6a0f2c-d438-4124-8ab8-d164813463eb" providerId="ADAL" clId="{75A18DB6-7B78-464E-98A3-1341654012B4}" dt="2025-04-02T17:25:04.007" v="3300" actId="21"/>
          <ac:spMkLst>
            <pc:docMk/>
            <pc:sldMk cId="372020955" sldId="263"/>
            <ac:spMk id="12" creationId="{48F264DC-0E3F-9219-5973-0DCA5A86F956}"/>
          </ac:spMkLst>
        </pc:spChg>
      </pc:sldChg>
      <pc:sldChg chg="addSp delSp modSp del mod">
        <pc:chgData name="Syed, Taizeem ahmad (Student)" userId="3e6a0f2c-d438-4124-8ab8-d164813463eb" providerId="ADAL" clId="{75A18DB6-7B78-464E-98A3-1341654012B4}" dt="2025-04-02T17:16:31.731" v="3193" actId="2696"/>
        <pc:sldMkLst>
          <pc:docMk/>
          <pc:sldMk cId="3773587904" sldId="264"/>
        </pc:sldMkLst>
        <pc:spChg chg="mod">
          <ac:chgData name="Syed, Taizeem ahmad (Student)" userId="3e6a0f2c-d438-4124-8ab8-d164813463eb" providerId="ADAL" clId="{75A18DB6-7B78-464E-98A3-1341654012B4}" dt="2025-04-01T20:48:58.705" v="1239" actId="1076"/>
          <ac:spMkLst>
            <pc:docMk/>
            <pc:sldMk cId="3773587904" sldId="264"/>
            <ac:spMk id="2" creationId="{12D6E4EE-39CB-5B15-36AB-7A68907D1C4F}"/>
          </ac:spMkLst>
        </pc:spChg>
        <pc:spChg chg="add mod">
          <ac:chgData name="Syed, Taizeem ahmad (Student)" userId="3e6a0f2c-d438-4124-8ab8-d164813463eb" providerId="ADAL" clId="{75A18DB6-7B78-464E-98A3-1341654012B4}" dt="2025-04-01T12:45:47.244" v="179" actId="767"/>
          <ac:spMkLst>
            <pc:docMk/>
            <pc:sldMk cId="3773587904" sldId="264"/>
            <ac:spMk id="4" creationId="{9F903373-E8AE-A9E9-A514-667684F58017}"/>
          </ac:spMkLst>
        </pc:spChg>
        <pc:spChg chg="add mod">
          <ac:chgData name="Syed, Taizeem ahmad (Student)" userId="3e6a0f2c-d438-4124-8ab8-d164813463eb" providerId="ADAL" clId="{75A18DB6-7B78-464E-98A3-1341654012B4}" dt="2025-04-01T12:58:40.047" v="183" actId="767"/>
          <ac:spMkLst>
            <pc:docMk/>
            <pc:sldMk cId="3773587904" sldId="264"/>
            <ac:spMk id="5" creationId="{1E830555-0026-6E04-2897-DE644CA5903A}"/>
          </ac:spMkLst>
        </pc:spChg>
        <pc:spChg chg="add del mod">
          <ac:chgData name="Syed, Taizeem ahmad (Student)" userId="3e6a0f2c-d438-4124-8ab8-d164813463eb" providerId="ADAL" clId="{75A18DB6-7B78-464E-98A3-1341654012B4}" dt="2025-04-02T17:14:41.281" v="3182" actId="21"/>
          <ac:spMkLst>
            <pc:docMk/>
            <pc:sldMk cId="3773587904" sldId="264"/>
            <ac:spMk id="6" creationId="{479BB186-C747-70F1-DB42-63F8AC4BAD6C}"/>
          </ac:spMkLst>
        </pc:spChg>
        <pc:spChg chg="add del mod">
          <ac:chgData name="Syed, Taizeem ahmad (Student)" userId="3e6a0f2c-d438-4124-8ab8-d164813463eb" providerId="ADAL" clId="{75A18DB6-7B78-464E-98A3-1341654012B4}" dt="2025-04-02T17:14:28.422" v="3179" actId="21"/>
          <ac:spMkLst>
            <pc:docMk/>
            <pc:sldMk cId="3773587904" sldId="264"/>
            <ac:spMk id="8" creationId="{B1BA9E1E-73C1-F656-E7D7-C53C1A10EE21}"/>
          </ac:spMkLst>
        </pc:spChg>
        <pc:graphicFrameChg chg="del mod modGraphic">
          <ac:chgData name="Syed, Taizeem ahmad (Student)" userId="3e6a0f2c-d438-4124-8ab8-d164813463eb" providerId="ADAL" clId="{75A18DB6-7B78-464E-98A3-1341654012B4}" dt="2025-04-02T17:07:46.106" v="3099" actId="21"/>
          <ac:graphicFrameMkLst>
            <pc:docMk/>
            <pc:sldMk cId="3773587904" sldId="264"/>
            <ac:graphicFrameMk id="4100" creationId="{A54DA033-DDF1-FB07-479C-C035E5BF67FA}"/>
          </ac:graphicFrameMkLst>
        </pc:graphicFrameChg>
        <pc:picChg chg="add del mod">
          <ac:chgData name="Syed, Taizeem ahmad (Student)" userId="3e6a0f2c-d438-4124-8ab8-d164813463eb" providerId="ADAL" clId="{75A18DB6-7B78-464E-98A3-1341654012B4}" dt="2025-04-02T17:08:07.491" v="3102" actId="21"/>
          <ac:picMkLst>
            <pc:docMk/>
            <pc:sldMk cId="3773587904" sldId="264"/>
            <ac:picMk id="4098" creationId="{1D5ABADC-A0AB-BE3C-4507-95CE4223BC55}"/>
          </ac:picMkLst>
        </pc:picChg>
      </pc:sldChg>
      <pc:sldChg chg="addSp delSp modSp new mod setBg setClrOvrMap delDesignElem chgLayout">
        <pc:chgData name="Syed, Taizeem ahmad (Student)" userId="3e6a0f2c-d438-4124-8ab8-d164813463eb" providerId="ADAL" clId="{75A18DB6-7B78-464E-98A3-1341654012B4}" dt="2025-04-02T17:35:48.126" v="3392" actId="1076"/>
        <pc:sldMkLst>
          <pc:docMk/>
          <pc:sldMk cId="2891527073" sldId="265"/>
        </pc:sldMkLst>
        <pc:spChg chg="add del mod ord">
          <ac:chgData name="Syed, Taizeem ahmad (Student)" userId="3e6a0f2c-d438-4124-8ab8-d164813463eb" providerId="ADAL" clId="{75A18DB6-7B78-464E-98A3-1341654012B4}" dt="2025-04-01T19:01:37.234" v="1071" actId="478"/>
          <ac:spMkLst>
            <pc:docMk/>
            <pc:sldMk cId="2891527073" sldId="265"/>
            <ac:spMk id="2" creationId="{3CBC157C-0E72-A7C8-C0CF-955F5FB38602}"/>
          </ac:spMkLst>
        </pc:spChg>
        <pc:spChg chg="add del mod">
          <ac:chgData name="Syed, Taizeem ahmad (Student)" userId="3e6a0f2c-d438-4124-8ab8-d164813463eb" providerId="ADAL" clId="{75A18DB6-7B78-464E-98A3-1341654012B4}" dt="2025-04-01T14:34:50.770" v="760" actId="478"/>
          <ac:spMkLst>
            <pc:docMk/>
            <pc:sldMk cId="2891527073" sldId="265"/>
            <ac:spMk id="2" creationId="{7BBDCF1F-C6F4-EDB2-3146-0863E17EA443}"/>
          </ac:spMkLst>
        </pc:spChg>
        <pc:spChg chg="add mod ord">
          <ac:chgData name="Syed, Taizeem ahmad (Student)" userId="3e6a0f2c-d438-4124-8ab8-d164813463eb" providerId="ADAL" clId="{75A18DB6-7B78-464E-98A3-1341654012B4}" dt="2025-04-01T19:01:41.466" v="1072" actId="26606"/>
          <ac:spMkLst>
            <pc:docMk/>
            <pc:sldMk cId="2891527073" sldId="265"/>
            <ac:spMk id="3" creationId="{60AAE54D-8FCB-9FB6-C7EA-AE8B6EB0EAE2}"/>
          </ac:spMkLst>
        </pc:spChg>
        <pc:spChg chg="add mod ord">
          <ac:chgData name="Syed, Taizeem ahmad (Student)" userId="3e6a0f2c-d438-4124-8ab8-d164813463eb" providerId="ADAL" clId="{75A18DB6-7B78-464E-98A3-1341654012B4}" dt="2025-04-02T17:35:21.457" v="3374" actId="1076"/>
          <ac:spMkLst>
            <pc:docMk/>
            <pc:sldMk cId="2891527073" sldId="265"/>
            <ac:spMk id="4" creationId="{30E48ECC-AF53-B703-9608-80C7541F3AAE}"/>
          </ac:spMkLst>
        </pc:spChg>
        <pc:spChg chg="add mod ord">
          <ac:chgData name="Syed, Taizeem ahmad (Student)" userId="3e6a0f2c-d438-4124-8ab8-d164813463eb" providerId="ADAL" clId="{75A18DB6-7B78-464E-98A3-1341654012B4}" dt="2025-04-02T17:35:48.126" v="3392" actId="1076"/>
          <ac:spMkLst>
            <pc:docMk/>
            <pc:sldMk cId="2891527073" sldId="265"/>
            <ac:spMk id="5" creationId="{2C1ED32C-587A-D667-1432-0EFFA9F94110}"/>
          </ac:spMkLst>
        </pc:spChg>
        <pc:spChg chg="add del mod">
          <ac:chgData name="Syed, Taizeem ahmad (Student)" userId="3e6a0f2c-d438-4124-8ab8-d164813463eb" providerId="ADAL" clId="{75A18DB6-7B78-464E-98A3-1341654012B4}" dt="2025-04-02T17:33:03.850" v="3355" actId="478"/>
          <ac:spMkLst>
            <pc:docMk/>
            <pc:sldMk cId="2891527073" sldId="265"/>
            <ac:spMk id="6" creationId="{1DD7B0F9-6887-3689-E579-FD9DD4C14FF7}"/>
          </ac:spMkLst>
        </pc:spChg>
        <pc:spChg chg="add del mod ord">
          <ac:chgData name="Syed, Taizeem ahmad (Student)" userId="3e6a0f2c-d438-4124-8ab8-d164813463eb" providerId="ADAL" clId="{75A18DB6-7B78-464E-98A3-1341654012B4}" dt="2025-04-01T14:38:09.855" v="826"/>
          <ac:spMkLst>
            <pc:docMk/>
            <pc:sldMk cId="2891527073" sldId="265"/>
            <ac:spMk id="6" creationId="{40BD86DF-0C16-275B-11CA-AC2FD18EBC55}"/>
          </ac:spMkLst>
        </pc:spChg>
        <pc:spChg chg="add mod">
          <ac:chgData name="Syed, Taizeem ahmad (Student)" userId="3e6a0f2c-d438-4124-8ab8-d164813463eb" providerId="ADAL" clId="{75A18DB6-7B78-464E-98A3-1341654012B4}" dt="2025-04-01T19:00:39.554" v="1034" actId="767"/>
          <ac:spMkLst>
            <pc:docMk/>
            <pc:sldMk cId="2891527073" sldId="265"/>
            <ac:spMk id="6" creationId="{A1F24728-25FA-AE8B-799E-B20BD160DF5C}"/>
          </ac:spMkLst>
        </pc:spChg>
        <pc:spChg chg="add del mod ord">
          <ac:chgData name="Syed, Taizeem ahmad (Student)" userId="3e6a0f2c-d438-4124-8ab8-d164813463eb" providerId="ADAL" clId="{75A18DB6-7B78-464E-98A3-1341654012B4}" dt="2025-04-01T14:45:26.923" v="844" actId="21"/>
          <ac:spMkLst>
            <pc:docMk/>
            <pc:sldMk cId="2891527073" sldId="265"/>
            <ac:spMk id="7" creationId="{FDFA0C88-35E3-F63D-EB7C-CF2850B02C98}"/>
          </ac:spMkLst>
        </pc:spChg>
        <pc:spChg chg="add del">
          <ac:chgData name="Syed, Taizeem ahmad (Student)" userId="3e6a0f2c-d438-4124-8ab8-d164813463eb" providerId="ADAL" clId="{75A18DB6-7B78-464E-98A3-1341654012B4}" dt="2025-04-01T14:32:25.834" v="751"/>
          <ac:spMkLst>
            <pc:docMk/>
            <pc:sldMk cId="2891527073" sldId="265"/>
            <ac:spMk id="8" creationId="{2AEFFFF2-9EB4-4B6C-B9F8-2BA3EF89A21C}"/>
          </ac:spMkLst>
        </pc:spChg>
        <pc:spChg chg="add del mod">
          <ac:chgData name="Syed, Taizeem ahmad (Student)" userId="3e6a0f2c-d438-4124-8ab8-d164813463eb" providerId="ADAL" clId="{75A18DB6-7B78-464E-98A3-1341654012B4}" dt="2025-04-02T17:35:26.650" v="3383" actId="478"/>
          <ac:spMkLst>
            <pc:docMk/>
            <pc:sldMk cId="2891527073" sldId="265"/>
            <ac:spMk id="8" creationId="{CA5FC9C7-FACD-D9EE-E6D4-AC3515812BE5}"/>
          </ac:spMkLst>
        </pc:spChg>
        <pc:spChg chg="add del mod ord">
          <ac:chgData name="Syed, Taizeem ahmad (Student)" userId="3e6a0f2c-d438-4124-8ab8-d164813463eb" providerId="ADAL" clId="{75A18DB6-7B78-464E-98A3-1341654012B4}" dt="2025-04-01T14:35:29.652" v="767" actId="21"/>
          <ac:spMkLst>
            <pc:docMk/>
            <pc:sldMk cId="2891527073" sldId="265"/>
            <ac:spMk id="9" creationId="{9896E895-4F0A-6866-CE58-E66C632AFC63}"/>
          </ac:spMkLst>
        </pc:spChg>
        <pc:spChg chg="add del">
          <ac:chgData name="Syed, Taizeem ahmad (Student)" userId="3e6a0f2c-d438-4124-8ab8-d164813463eb" providerId="ADAL" clId="{75A18DB6-7B78-464E-98A3-1341654012B4}" dt="2025-04-01T14:32:25.834" v="751"/>
          <ac:spMkLst>
            <pc:docMk/>
            <pc:sldMk cId="2891527073" sldId="265"/>
            <ac:spMk id="10" creationId="{0D65299F-028F-4AFC-B46A-8DB33E20FE4A}"/>
          </ac:spMkLst>
        </pc:spChg>
        <pc:spChg chg="add del">
          <ac:chgData name="Syed, Taizeem ahmad (Student)" userId="3e6a0f2c-d438-4124-8ab8-d164813463eb" providerId="ADAL" clId="{75A18DB6-7B78-464E-98A3-1341654012B4}" dt="2025-04-01T14:32:25.834" v="751"/>
          <ac:spMkLst>
            <pc:docMk/>
            <pc:sldMk cId="2891527073" sldId="265"/>
            <ac:spMk id="12" creationId="{BAC87F6E-526A-49B5-995D-42DB656594C9}"/>
          </ac:spMkLst>
        </pc:spChg>
        <pc:spChg chg="add">
          <ac:chgData name="Syed, Taizeem ahmad (Student)" userId="3e6a0f2c-d438-4124-8ab8-d164813463eb" providerId="ADAL" clId="{75A18DB6-7B78-464E-98A3-1341654012B4}" dt="2025-04-01T19:01:41.466" v="1072" actId="26606"/>
          <ac:spMkLst>
            <pc:docMk/>
            <pc:sldMk cId="2891527073" sldId="265"/>
            <ac:spMk id="13" creationId="{C966A4D4-049A-4389-B407-0E7091A07C8D}"/>
          </ac:spMkLst>
        </pc:spChg>
        <pc:spChg chg="add">
          <ac:chgData name="Syed, Taizeem ahmad (Student)" userId="3e6a0f2c-d438-4124-8ab8-d164813463eb" providerId="ADAL" clId="{75A18DB6-7B78-464E-98A3-1341654012B4}" dt="2025-04-01T19:01:41.466" v="1072" actId="26606"/>
          <ac:spMkLst>
            <pc:docMk/>
            <pc:sldMk cId="2891527073" sldId="265"/>
            <ac:spMk id="14" creationId="{B5899359-8523-4D4D-B568-3FDFAF9821C7}"/>
          </ac:spMkLst>
        </pc:spChg>
        <pc:spChg chg="add">
          <ac:chgData name="Syed, Taizeem ahmad (Student)" userId="3e6a0f2c-d438-4124-8ab8-d164813463eb" providerId="ADAL" clId="{75A18DB6-7B78-464E-98A3-1341654012B4}" dt="2025-04-01T19:01:41.466" v="1072" actId="26606"/>
          <ac:spMkLst>
            <pc:docMk/>
            <pc:sldMk cId="2891527073" sldId="265"/>
            <ac:spMk id="15" creationId="{2E9C9585-DA89-4D7E-BCDF-576461A1A2D9}"/>
          </ac:spMkLst>
        </pc:spChg>
        <pc:spChg chg="add del">
          <ac:chgData name="Syed, Taizeem ahmad (Student)" userId="3e6a0f2c-d438-4124-8ab8-d164813463eb" providerId="ADAL" clId="{75A18DB6-7B78-464E-98A3-1341654012B4}" dt="2025-04-01T14:45:47.320" v="846" actId="26606"/>
          <ac:spMkLst>
            <pc:docMk/>
            <pc:sldMk cId="2891527073" sldId="265"/>
            <ac:spMk id="16" creationId="{6515FC82-3453-4CBE-8895-4CCFF339529E}"/>
          </ac:spMkLst>
        </pc:spChg>
        <pc:spChg chg="add del">
          <ac:chgData name="Syed, Taizeem ahmad (Student)" userId="3e6a0f2c-d438-4124-8ab8-d164813463eb" providerId="ADAL" clId="{75A18DB6-7B78-464E-98A3-1341654012B4}" dt="2025-04-01T14:45:47.320" v="846" actId="26606"/>
          <ac:spMkLst>
            <pc:docMk/>
            <pc:sldMk cId="2891527073" sldId="265"/>
            <ac:spMk id="18" creationId="{C5FD847B-65C0-4027-8DFC-70CB424514F8}"/>
          </ac:spMkLst>
        </pc:spChg>
        <pc:spChg chg="add del">
          <ac:chgData name="Syed, Taizeem ahmad (Student)" userId="3e6a0f2c-d438-4124-8ab8-d164813463eb" providerId="ADAL" clId="{75A18DB6-7B78-464E-98A3-1341654012B4}" dt="2025-04-01T14:45:53.384" v="848" actId="26606"/>
          <ac:spMkLst>
            <pc:docMk/>
            <pc:sldMk cId="2891527073" sldId="265"/>
            <ac:spMk id="20" creationId="{1660E788-AFA9-4A1B-9991-6AA74632A15B}"/>
          </ac:spMkLst>
        </pc:spChg>
        <pc:spChg chg="add del">
          <ac:chgData name="Syed, Taizeem ahmad (Student)" userId="3e6a0f2c-d438-4124-8ab8-d164813463eb" providerId="ADAL" clId="{75A18DB6-7B78-464E-98A3-1341654012B4}" dt="2025-04-01T14:45:53.384" v="848" actId="26606"/>
          <ac:spMkLst>
            <pc:docMk/>
            <pc:sldMk cId="2891527073" sldId="265"/>
            <ac:spMk id="21" creationId="{867D4867-5BA7-4462-B2F6-A23F4A622AA7}"/>
          </ac:spMkLst>
        </pc:spChg>
        <pc:spChg chg="add del">
          <ac:chgData name="Syed, Taizeem ahmad (Student)" userId="3e6a0f2c-d438-4124-8ab8-d164813463eb" providerId="ADAL" clId="{75A18DB6-7B78-464E-98A3-1341654012B4}" dt="2025-04-01T14:46:00.858" v="852" actId="26606"/>
          <ac:spMkLst>
            <pc:docMk/>
            <pc:sldMk cId="2891527073" sldId="265"/>
            <ac:spMk id="23" creationId="{6515FC82-3453-4CBE-8895-4CCFF339529E}"/>
          </ac:spMkLst>
        </pc:spChg>
        <pc:spChg chg="add del">
          <ac:chgData name="Syed, Taizeem ahmad (Student)" userId="3e6a0f2c-d438-4124-8ab8-d164813463eb" providerId="ADAL" clId="{75A18DB6-7B78-464E-98A3-1341654012B4}" dt="2025-04-01T14:46:00.858" v="852" actId="26606"/>
          <ac:spMkLst>
            <pc:docMk/>
            <pc:sldMk cId="2891527073" sldId="265"/>
            <ac:spMk id="24" creationId="{C5FD847B-65C0-4027-8DFC-70CB424514F8}"/>
          </ac:spMkLst>
        </pc:spChg>
        <pc:graphicFrameChg chg="add del mod modGraphic">
          <ac:chgData name="Syed, Taizeem ahmad (Student)" userId="3e6a0f2c-d438-4124-8ab8-d164813463eb" providerId="ADAL" clId="{75A18DB6-7B78-464E-98A3-1341654012B4}" dt="2025-04-02T17:35:34.189" v="3389" actId="13242"/>
          <ac:graphicFrameMkLst>
            <pc:docMk/>
            <pc:sldMk cId="2891527073" sldId="265"/>
            <ac:graphicFrameMk id="11" creationId="{418BACE0-0D2E-A9C8-A346-66B9B1F6A210}"/>
          </ac:graphicFrameMkLst>
        </pc:graphicFrameChg>
        <pc:graphicFrameChg chg="add mod">
          <ac:chgData name="Syed, Taizeem ahmad (Student)" userId="3e6a0f2c-d438-4124-8ab8-d164813463eb" providerId="ADAL" clId="{75A18DB6-7B78-464E-98A3-1341654012B4}" dt="2025-04-02T17:35:27.356" v="3384" actId="1076"/>
          <ac:graphicFrameMkLst>
            <pc:docMk/>
            <pc:sldMk cId="2891527073" sldId="265"/>
            <ac:graphicFrameMk id="28" creationId="{4C0CD989-2160-757D-D77C-CA5C653CD302}"/>
          </ac:graphicFrameMkLst>
        </pc:graphicFrameChg>
        <pc:picChg chg="add mod">
          <ac:chgData name="Syed, Taizeem ahmad (Student)" userId="3e6a0f2c-d438-4124-8ab8-d164813463eb" providerId="ADAL" clId="{75A18DB6-7B78-464E-98A3-1341654012B4}" dt="2025-04-02T17:35:41.586" v="3391" actId="1076"/>
          <ac:picMkLst>
            <pc:docMk/>
            <pc:sldMk cId="2891527073" sldId="265"/>
            <ac:picMk id="1026" creationId="{05768C8C-2B92-776B-1FEE-4460674084B9}"/>
          </ac:picMkLst>
        </pc:picChg>
      </pc:sldChg>
      <pc:sldChg chg="addSp delSp modSp new mod setBg">
        <pc:chgData name="Syed, Taizeem ahmad (Student)" userId="3e6a0f2c-d438-4124-8ab8-d164813463eb" providerId="ADAL" clId="{75A18DB6-7B78-464E-98A3-1341654012B4}" dt="2025-04-02T17:35:29.336" v="3385" actId="21"/>
        <pc:sldMkLst>
          <pc:docMk/>
          <pc:sldMk cId="2296908094" sldId="266"/>
        </pc:sldMkLst>
        <pc:spChg chg="add del mod ord">
          <ac:chgData name="Syed, Taizeem ahmad (Student)" userId="3e6a0f2c-d438-4124-8ab8-d164813463eb" providerId="ADAL" clId="{75A18DB6-7B78-464E-98A3-1341654012B4}" dt="2025-04-01T22:17:18.218" v="1522" actId="478"/>
          <ac:spMkLst>
            <pc:docMk/>
            <pc:sldMk cId="2296908094" sldId="266"/>
            <ac:spMk id="2" creationId="{43538D58-4746-8E56-A30D-BC78E27D3960}"/>
          </ac:spMkLst>
        </pc:spChg>
        <pc:spChg chg="del">
          <ac:chgData name="Syed, Taizeem ahmad (Student)" userId="3e6a0f2c-d438-4124-8ab8-d164813463eb" providerId="ADAL" clId="{75A18DB6-7B78-464E-98A3-1341654012B4}" dt="2025-04-01T21:59:45.464" v="1279" actId="478"/>
          <ac:spMkLst>
            <pc:docMk/>
            <pc:sldMk cId="2296908094" sldId="266"/>
            <ac:spMk id="3" creationId="{4470DF24-2B37-F7E2-46DF-DD8A1A38AB43}"/>
          </ac:spMkLst>
        </pc:spChg>
        <pc:spChg chg="del">
          <ac:chgData name="Syed, Taizeem ahmad (Student)" userId="3e6a0f2c-d438-4124-8ab8-d164813463eb" providerId="ADAL" clId="{75A18DB6-7B78-464E-98A3-1341654012B4}" dt="2025-04-01T21:59:51.200" v="1281" actId="478"/>
          <ac:spMkLst>
            <pc:docMk/>
            <pc:sldMk cId="2296908094" sldId="266"/>
            <ac:spMk id="4" creationId="{B5EDA4D9-63AB-D081-3500-9ABCFE2A43AD}"/>
          </ac:spMkLst>
        </pc:spChg>
        <pc:spChg chg="del">
          <ac:chgData name="Syed, Taizeem ahmad (Student)" userId="3e6a0f2c-d438-4124-8ab8-d164813463eb" providerId="ADAL" clId="{75A18DB6-7B78-464E-98A3-1341654012B4}" dt="2025-04-01T21:59:48.727" v="1280" actId="478"/>
          <ac:spMkLst>
            <pc:docMk/>
            <pc:sldMk cId="2296908094" sldId="266"/>
            <ac:spMk id="5" creationId="{F413C7CF-42FA-DFF5-C2F9-DF727AE9082A}"/>
          </ac:spMkLst>
        </pc:spChg>
        <pc:spChg chg="mod">
          <ac:chgData name="Syed, Taizeem ahmad (Student)" userId="3e6a0f2c-d438-4124-8ab8-d164813463eb" providerId="ADAL" clId="{75A18DB6-7B78-464E-98A3-1341654012B4}" dt="2025-04-01T22:18:34.270" v="1548" actId="26606"/>
          <ac:spMkLst>
            <pc:docMk/>
            <pc:sldMk cId="2296908094" sldId="266"/>
            <ac:spMk id="6" creationId="{609FDAF4-C4A9-C2B6-6F01-0BFBB7F1BD82}"/>
          </ac:spMkLst>
        </pc:spChg>
        <pc:spChg chg="add del mod">
          <ac:chgData name="Syed, Taizeem ahmad (Student)" userId="3e6a0f2c-d438-4124-8ab8-d164813463eb" providerId="ADAL" clId="{75A18DB6-7B78-464E-98A3-1341654012B4}" dt="2025-04-01T22:13:22.551" v="1463"/>
          <ac:spMkLst>
            <pc:docMk/>
            <pc:sldMk cId="2296908094" sldId="266"/>
            <ac:spMk id="7" creationId="{87E6A556-2F86-8298-6AAF-A54C14BD8805}"/>
          </ac:spMkLst>
        </pc:spChg>
        <pc:spChg chg="add del mod">
          <ac:chgData name="Syed, Taizeem ahmad (Student)" userId="3e6a0f2c-d438-4124-8ab8-d164813463eb" providerId="ADAL" clId="{75A18DB6-7B78-464E-98A3-1341654012B4}" dt="2025-04-01T22:13:22.555" v="1465"/>
          <ac:spMkLst>
            <pc:docMk/>
            <pc:sldMk cId="2296908094" sldId="266"/>
            <ac:spMk id="8" creationId="{86999307-4746-7B4A-B957-747CE4561813}"/>
          </ac:spMkLst>
        </pc:spChg>
        <pc:spChg chg="add del">
          <ac:chgData name="Syed, Taizeem ahmad (Student)" userId="3e6a0f2c-d438-4124-8ab8-d164813463eb" providerId="ADAL" clId="{75A18DB6-7B78-464E-98A3-1341654012B4}" dt="2025-04-01T22:18:34.270" v="1548" actId="26606"/>
          <ac:spMkLst>
            <pc:docMk/>
            <pc:sldMk cId="2296908094" sldId="266"/>
            <ac:spMk id="9" creationId="{C33976D1-3430-450C-A978-87A9A6E8E71F}"/>
          </ac:spMkLst>
        </pc:spChg>
        <pc:spChg chg="add del">
          <ac:chgData name="Syed, Taizeem ahmad (Student)" userId="3e6a0f2c-d438-4124-8ab8-d164813463eb" providerId="ADAL" clId="{75A18DB6-7B78-464E-98A3-1341654012B4}" dt="2025-04-01T22:12:22.929" v="1447" actId="26606"/>
          <ac:spMkLst>
            <pc:docMk/>
            <pc:sldMk cId="2296908094" sldId="266"/>
            <ac:spMk id="11" creationId="{879398A9-0D0D-4901-BDDF-B3D93CECA7B9}"/>
          </ac:spMkLst>
        </pc:spChg>
        <pc:spChg chg="add del">
          <ac:chgData name="Syed, Taizeem ahmad (Student)" userId="3e6a0f2c-d438-4124-8ab8-d164813463eb" providerId="ADAL" clId="{75A18DB6-7B78-464E-98A3-1341654012B4}" dt="2025-04-01T22:11:48.043" v="1443" actId="26606"/>
          <ac:spMkLst>
            <pc:docMk/>
            <pc:sldMk cId="2296908094" sldId="266"/>
            <ac:spMk id="13" creationId="{C33976D1-3430-450C-A978-87A9A6E8E71F}"/>
          </ac:spMkLst>
        </pc:spChg>
        <pc:spChg chg="add del">
          <ac:chgData name="Syed, Taizeem ahmad (Student)" userId="3e6a0f2c-d438-4124-8ab8-d164813463eb" providerId="ADAL" clId="{75A18DB6-7B78-464E-98A3-1341654012B4}" dt="2025-04-01T22:11:13.353" v="1431" actId="26606"/>
          <ac:spMkLst>
            <pc:docMk/>
            <pc:sldMk cId="2296908094" sldId="266"/>
            <ac:spMk id="14" creationId="{0AF33C27-9C85-4B30-9AD7-879D48AFE4FF}"/>
          </ac:spMkLst>
        </pc:spChg>
        <pc:spChg chg="add del">
          <ac:chgData name="Syed, Taizeem ahmad (Student)" userId="3e6a0f2c-d438-4124-8ab8-d164813463eb" providerId="ADAL" clId="{75A18DB6-7B78-464E-98A3-1341654012B4}" dt="2025-04-01T22:11:48.043" v="1443" actId="26606"/>
          <ac:spMkLst>
            <pc:docMk/>
            <pc:sldMk cId="2296908094" sldId="266"/>
            <ac:spMk id="15" creationId="{7D6AAC78-7D86-415A-ADC1-2B474807960C}"/>
          </ac:spMkLst>
        </pc:spChg>
        <pc:spChg chg="add del">
          <ac:chgData name="Syed, Taizeem ahmad (Student)" userId="3e6a0f2c-d438-4124-8ab8-d164813463eb" providerId="ADAL" clId="{75A18DB6-7B78-464E-98A3-1341654012B4}" dt="2025-04-01T22:11:13.353" v="1431" actId="26606"/>
          <ac:spMkLst>
            <pc:docMk/>
            <pc:sldMk cId="2296908094" sldId="266"/>
            <ac:spMk id="16" creationId="{6D5089DD-882D-4413-B8BF-4798BFD84A98}"/>
          </ac:spMkLst>
        </pc:spChg>
        <pc:spChg chg="add del">
          <ac:chgData name="Syed, Taizeem ahmad (Student)" userId="3e6a0f2c-d438-4124-8ab8-d164813463eb" providerId="ADAL" clId="{75A18DB6-7B78-464E-98A3-1341654012B4}" dt="2025-04-01T22:11:48.043" v="1443" actId="26606"/>
          <ac:spMkLst>
            <pc:docMk/>
            <pc:sldMk cId="2296908094" sldId="266"/>
            <ac:spMk id="17" creationId="{F2A658D9-F185-44F1-BA33-D50320D1D078}"/>
          </ac:spMkLst>
        </pc:spChg>
        <pc:spChg chg="add del">
          <ac:chgData name="Syed, Taizeem ahmad (Student)" userId="3e6a0f2c-d438-4124-8ab8-d164813463eb" providerId="ADAL" clId="{75A18DB6-7B78-464E-98A3-1341654012B4}" dt="2025-04-01T22:12:22.929" v="1447" actId="26606"/>
          <ac:spMkLst>
            <pc:docMk/>
            <pc:sldMk cId="2296908094" sldId="266"/>
            <ac:spMk id="18" creationId="{011FEC3B-E514-4E21-B2CB-7903A73569E2}"/>
          </ac:spMkLst>
        </pc:spChg>
        <pc:spChg chg="add del">
          <ac:chgData name="Syed, Taizeem ahmad (Student)" userId="3e6a0f2c-d438-4124-8ab8-d164813463eb" providerId="ADAL" clId="{75A18DB6-7B78-464E-98A3-1341654012B4}" dt="2025-04-01T22:12:53.275" v="1451" actId="26606"/>
          <ac:spMkLst>
            <pc:docMk/>
            <pc:sldMk cId="2296908094" sldId="266"/>
            <ac:spMk id="20" creationId="{0AF33C27-9C85-4B30-9AD7-879D48AFE4FF}"/>
          </ac:spMkLst>
        </pc:spChg>
        <pc:spChg chg="add del">
          <ac:chgData name="Syed, Taizeem ahmad (Student)" userId="3e6a0f2c-d438-4124-8ab8-d164813463eb" providerId="ADAL" clId="{75A18DB6-7B78-464E-98A3-1341654012B4}" dt="2025-04-01T22:12:53.275" v="1451" actId="26606"/>
          <ac:spMkLst>
            <pc:docMk/>
            <pc:sldMk cId="2296908094" sldId="266"/>
            <ac:spMk id="21" creationId="{6D5089DD-882D-4413-B8BF-4798BFD84A98}"/>
          </ac:spMkLst>
        </pc:spChg>
        <pc:spChg chg="add del mod">
          <ac:chgData name="Syed, Taizeem ahmad (Student)" userId="3e6a0f2c-d438-4124-8ab8-d164813463eb" providerId="ADAL" clId="{75A18DB6-7B78-464E-98A3-1341654012B4}" dt="2025-04-01T22:13:28.477" v="1467" actId="478"/>
          <ac:spMkLst>
            <pc:docMk/>
            <pc:sldMk cId="2296908094" sldId="266"/>
            <ac:spMk id="23" creationId="{0555C699-5717-4FDF-2526-5642F9997B5D}"/>
          </ac:spMkLst>
        </pc:spChg>
        <pc:spChg chg="add del">
          <ac:chgData name="Syed, Taizeem ahmad (Student)" userId="3e6a0f2c-d438-4124-8ab8-d164813463eb" providerId="ADAL" clId="{75A18DB6-7B78-464E-98A3-1341654012B4}" dt="2025-04-01T22:18:34.270" v="1548" actId="26606"/>
          <ac:spMkLst>
            <pc:docMk/>
            <pc:sldMk cId="2296908094" sldId="266"/>
            <ac:spMk id="24" creationId="{7D6AAC78-7D86-415A-ADC1-2B474807960C}"/>
          </ac:spMkLst>
        </pc:spChg>
        <pc:spChg chg="add del">
          <ac:chgData name="Syed, Taizeem ahmad (Student)" userId="3e6a0f2c-d438-4124-8ab8-d164813463eb" providerId="ADAL" clId="{75A18DB6-7B78-464E-98A3-1341654012B4}" dt="2025-04-01T22:18:34.270" v="1548" actId="26606"/>
          <ac:spMkLst>
            <pc:docMk/>
            <pc:sldMk cId="2296908094" sldId="266"/>
            <ac:spMk id="25" creationId="{F2A658D9-F185-44F1-BA33-D50320D1D078}"/>
          </ac:spMkLst>
        </pc:spChg>
        <pc:spChg chg="add del mod">
          <ac:chgData name="Syed, Taizeem ahmad (Student)" userId="3e6a0f2c-d438-4124-8ab8-d164813463eb" providerId="ADAL" clId="{75A18DB6-7B78-464E-98A3-1341654012B4}" dt="2025-04-01T22:18:34.270" v="1548" actId="26606"/>
          <ac:spMkLst>
            <pc:docMk/>
            <pc:sldMk cId="2296908094" sldId="266"/>
            <ac:spMk id="26" creationId="{6DF9D9B6-DFEF-30C2-5426-92C6052010FF}"/>
          </ac:spMkLst>
        </pc:spChg>
        <pc:spChg chg="add">
          <ac:chgData name="Syed, Taizeem ahmad (Student)" userId="3e6a0f2c-d438-4124-8ab8-d164813463eb" providerId="ADAL" clId="{75A18DB6-7B78-464E-98A3-1341654012B4}" dt="2025-04-01T22:18:34.270" v="1548" actId="26606"/>
          <ac:spMkLst>
            <pc:docMk/>
            <pc:sldMk cId="2296908094" sldId="266"/>
            <ac:spMk id="32" creationId="{93F0ADB5-A0B4-4B01-A8C4-FDC34CE22BD4}"/>
          </ac:spMkLst>
        </pc:spChg>
        <pc:spChg chg="add">
          <ac:chgData name="Syed, Taizeem ahmad (Student)" userId="3e6a0f2c-d438-4124-8ab8-d164813463eb" providerId="ADAL" clId="{75A18DB6-7B78-464E-98A3-1341654012B4}" dt="2025-04-01T22:18:34.270" v="1548" actId="26606"/>
          <ac:spMkLst>
            <pc:docMk/>
            <pc:sldMk cId="2296908094" sldId="266"/>
            <ac:spMk id="34" creationId="{AA6D0FDE-0241-4C21-A720-A69475358235}"/>
          </ac:spMkLst>
        </pc:spChg>
        <pc:graphicFrameChg chg="add del mod">
          <ac:chgData name="Syed, Taizeem ahmad (Student)" userId="3e6a0f2c-d438-4124-8ab8-d164813463eb" providerId="ADAL" clId="{75A18DB6-7B78-464E-98A3-1341654012B4}" dt="2025-04-01T22:11:13.353" v="1431" actId="26606"/>
          <ac:graphicFrameMkLst>
            <pc:docMk/>
            <pc:sldMk cId="2296908094" sldId="266"/>
            <ac:graphicFrameMk id="10" creationId="{1D158607-3619-3916-4FEB-E1C674F6BA47}"/>
          </ac:graphicFrameMkLst>
        </pc:graphicFrameChg>
        <pc:graphicFrameChg chg="add del">
          <ac:chgData name="Syed, Taizeem ahmad (Student)" userId="3e6a0f2c-d438-4124-8ab8-d164813463eb" providerId="ADAL" clId="{75A18DB6-7B78-464E-98A3-1341654012B4}" dt="2025-04-01T22:12:53.275" v="1451" actId="26606"/>
          <ac:graphicFrameMkLst>
            <pc:docMk/>
            <pc:sldMk cId="2296908094" sldId="266"/>
            <ac:graphicFrameMk id="22" creationId="{A3B6EEAB-D4A4-7AE3-ED55-9844E3998DD4}"/>
          </ac:graphicFrameMkLst>
        </pc:graphicFrameChg>
        <pc:graphicFrameChg chg="add del mod">
          <ac:chgData name="Syed, Taizeem ahmad (Student)" userId="3e6a0f2c-d438-4124-8ab8-d164813463eb" providerId="ADAL" clId="{75A18DB6-7B78-464E-98A3-1341654012B4}" dt="2025-04-02T17:35:29.336" v="3385" actId="21"/>
          <ac:graphicFrameMkLst>
            <pc:docMk/>
            <pc:sldMk cId="2296908094" sldId="266"/>
            <ac:graphicFrameMk id="28" creationId="{4C0CD989-2160-757D-D77C-CA5C653CD302}"/>
          </ac:graphicFrameMkLst>
        </pc:graphicFrameChg>
        <pc:picChg chg="add del">
          <ac:chgData name="Syed, Taizeem ahmad (Student)" userId="3e6a0f2c-d438-4124-8ab8-d164813463eb" providerId="ADAL" clId="{75A18DB6-7B78-464E-98A3-1341654012B4}" dt="2025-04-01T22:12:22.929" v="1447" actId="26606"/>
          <ac:picMkLst>
            <pc:docMk/>
            <pc:sldMk cId="2296908094" sldId="266"/>
            <ac:picMk id="12" creationId="{C528B4C9-954B-7563-9041-9A193305938B}"/>
          </ac:picMkLst>
        </pc:picChg>
        <pc:picChg chg="add del">
          <ac:chgData name="Syed, Taizeem ahmad (Student)" userId="3e6a0f2c-d438-4124-8ab8-d164813463eb" providerId="ADAL" clId="{75A18DB6-7B78-464E-98A3-1341654012B4}" dt="2025-04-01T22:11:55.472" v="1445" actId="26606"/>
          <ac:picMkLst>
            <pc:docMk/>
            <pc:sldMk cId="2296908094" sldId="266"/>
            <ac:picMk id="19" creationId="{B211A785-FE07-7813-DAD2-F2A8D0A343CC}"/>
          </ac:picMkLst>
        </pc:picChg>
      </pc:sldChg>
      <pc:sldChg chg="addSp delSp modSp add mod ord setBg">
        <pc:chgData name="Syed, Taizeem ahmad (Student)" userId="3e6a0f2c-d438-4124-8ab8-d164813463eb" providerId="ADAL" clId="{75A18DB6-7B78-464E-98A3-1341654012B4}" dt="2025-04-02T20:46:51.655" v="4105" actId="14100"/>
        <pc:sldMkLst>
          <pc:docMk/>
          <pc:sldMk cId="2190094278" sldId="267"/>
        </pc:sldMkLst>
        <pc:spChg chg="mod">
          <ac:chgData name="Syed, Taizeem ahmad (Student)" userId="3e6a0f2c-d438-4124-8ab8-d164813463eb" providerId="ADAL" clId="{75A18DB6-7B78-464E-98A3-1341654012B4}" dt="2025-04-02T20:25:33.384" v="4078" actId="1076"/>
          <ac:spMkLst>
            <pc:docMk/>
            <pc:sldMk cId="2190094278" sldId="267"/>
            <ac:spMk id="2" creationId="{583C5971-06D8-B706-4FED-ADDD9B3813CB}"/>
          </ac:spMkLst>
        </pc:spChg>
        <pc:spChg chg="add del mod">
          <ac:chgData name="Syed, Taizeem ahmad (Student)" userId="3e6a0f2c-d438-4124-8ab8-d164813463eb" providerId="ADAL" clId="{75A18DB6-7B78-464E-98A3-1341654012B4}" dt="2025-04-01T23:49:00.404" v="1620"/>
          <ac:spMkLst>
            <pc:docMk/>
            <pc:sldMk cId="2190094278" sldId="267"/>
            <ac:spMk id="3" creationId="{8122F200-56B2-1CE8-8D52-CB97DDBE1CB6}"/>
          </ac:spMkLst>
        </pc:spChg>
        <pc:spChg chg="mod">
          <ac:chgData name="Syed, Taizeem ahmad (Student)" userId="3e6a0f2c-d438-4124-8ab8-d164813463eb" providerId="ADAL" clId="{75A18DB6-7B78-464E-98A3-1341654012B4}" dt="2025-04-02T20:46:44.926" v="4104" actId="1076"/>
          <ac:spMkLst>
            <pc:docMk/>
            <pc:sldMk cId="2190094278" sldId="267"/>
            <ac:spMk id="4" creationId="{16F1A28C-2513-C68A-158E-965887030626}"/>
          </ac:spMkLst>
        </pc:spChg>
        <pc:picChg chg="mod">
          <ac:chgData name="Syed, Taizeem ahmad (Student)" userId="3e6a0f2c-d438-4124-8ab8-d164813463eb" providerId="ADAL" clId="{75A18DB6-7B78-464E-98A3-1341654012B4}" dt="2025-04-02T20:46:51.655" v="4105" actId="14100"/>
          <ac:picMkLst>
            <pc:docMk/>
            <pc:sldMk cId="2190094278" sldId="267"/>
            <ac:picMk id="15" creationId="{DDF52485-A0BC-F32D-B21D-C596BF4C7187}"/>
          </ac:picMkLst>
        </pc:picChg>
      </pc:sldChg>
      <pc:sldChg chg="addSp delSp modSp new mod setBg">
        <pc:chgData name="Syed, Taizeem ahmad (Student)" userId="3e6a0f2c-d438-4124-8ab8-d164813463eb" providerId="ADAL" clId="{75A18DB6-7B78-464E-98A3-1341654012B4}" dt="2025-04-02T18:08:49.445" v="3471" actId="14100"/>
        <pc:sldMkLst>
          <pc:docMk/>
          <pc:sldMk cId="866104681" sldId="268"/>
        </pc:sldMkLst>
        <pc:spChg chg="mod">
          <ac:chgData name="Syed, Taizeem ahmad (Student)" userId="3e6a0f2c-d438-4124-8ab8-d164813463eb" providerId="ADAL" clId="{75A18DB6-7B78-464E-98A3-1341654012B4}" dt="2025-04-02T12:51:08.254" v="1990" actId="1076"/>
          <ac:spMkLst>
            <pc:docMk/>
            <pc:sldMk cId="866104681" sldId="268"/>
            <ac:spMk id="2" creationId="{2C733F98-0282-E085-A81E-5CF811D2C593}"/>
          </ac:spMkLst>
        </pc:spChg>
        <pc:spChg chg="del mod">
          <ac:chgData name="Syed, Taizeem ahmad (Student)" userId="3e6a0f2c-d438-4124-8ab8-d164813463eb" providerId="ADAL" clId="{75A18DB6-7B78-464E-98A3-1341654012B4}" dt="2025-04-02T12:42:14.282" v="1905"/>
          <ac:spMkLst>
            <pc:docMk/>
            <pc:sldMk cId="866104681" sldId="268"/>
            <ac:spMk id="3" creationId="{D8F45200-C179-F157-6AE3-C06F49B83000}"/>
          </ac:spMkLst>
        </pc:spChg>
        <pc:spChg chg="add del mod">
          <ac:chgData name="Syed, Taizeem ahmad (Student)" userId="3e6a0f2c-d438-4124-8ab8-d164813463eb" providerId="ADAL" clId="{75A18DB6-7B78-464E-98A3-1341654012B4}" dt="2025-04-02T12:43:50.890" v="1929" actId="478"/>
          <ac:spMkLst>
            <pc:docMk/>
            <pc:sldMk cId="866104681" sldId="268"/>
            <ac:spMk id="4" creationId="{A3853BF0-6331-34BC-54D8-3F09F595CB56}"/>
          </ac:spMkLst>
        </pc:spChg>
        <pc:spChg chg="add del mod">
          <ac:chgData name="Syed, Taizeem ahmad (Student)" userId="3e6a0f2c-d438-4124-8ab8-d164813463eb" providerId="ADAL" clId="{75A18DB6-7B78-464E-98A3-1341654012B4}" dt="2025-04-02T12:44:10.079" v="1938" actId="478"/>
          <ac:spMkLst>
            <pc:docMk/>
            <pc:sldMk cId="866104681" sldId="268"/>
            <ac:spMk id="5" creationId="{7AF03216-A6D8-D71D-1953-C79D2A689FD6}"/>
          </ac:spMkLst>
        </pc:spChg>
        <pc:spChg chg="add del mod">
          <ac:chgData name="Syed, Taizeem ahmad (Student)" userId="3e6a0f2c-d438-4124-8ab8-d164813463eb" providerId="ADAL" clId="{75A18DB6-7B78-464E-98A3-1341654012B4}" dt="2025-04-02T12:43:50.890" v="1931"/>
          <ac:spMkLst>
            <pc:docMk/>
            <pc:sldMk cId="866104681" sldId="268"/>
            <ac:spMk id="6" creationId="{280C90AB-A3BF-CD4A-D71E-00C4E2DF10C9}"/>
          </ac:spMkLst>
        </pc:spChg>
        <pc:spChg chg="add mod">
          <ac:chgData name="Syed, Taizeem ahmad (Student)" userId="3e6a0f2c-d438-4124-8ab8-d164813463eb" providerId="ADAL" clId="{75A18DB6-7B78-464E-98A3-1341654012B4}" dt="2025-04-02T18:04:03.745" v="3443" actId="207"/>
          <ac:spMkLst>
            <pc:docMk/>
            <pc:sldMk cId="866104681" sldId="268"/>
            <ac:spMk id="7" creationId="{0DDD491A-10B8-AFE3-169C-748935B3F104}"/>
          </ac:spMkLst>
        </pc:spChg>
        <pc:spChg chg="add del mod">
          <ac:chgData name="Syed, Taizeem ahmad (Student)" userId="3e6a0f2c-d438-4124-8ab8-d164813463eb" providerId="ADAL" clId="{75A18DB6-7B78-464E-98A3-1341654012B4}" dt="2025-04-02T12:50:01.345" v="1969"/>
          <ac:spMkLst>
            <pc:docMk/>
            <pc:sldMk cId="866104681" sldId="268"/>
            <ac:spMk id="10" creationId="{7B834A8C-3F8F-9D2F-4ACC-B14D282BC85B}"/>
          </ac:spMkLst>
        </pc:spChg>
        <pc:spChg chg="add del mod">
          <ac:chgData name="Syed, Taizeem ahmad (Student)" userId="3e6a0f2c-d438-4124-8ab8-d164813463eb" providerId="ADAL" clId="{75A18DB6-7B78-464E-98A3-1341654012B4}" dt="2025-04-02T12:50:01.345" v="1971"/>
          <ac:spMkLst>
            <pc:docMk/>
            <pc:sldMk cId="866104681" sldId="268"/>
            <ac:spMk id="11" creationId="{9570083D-A8B1-3C4B-8B4D-406F11F7BF63}"/>
          </ac:spMkLst>
        </pc:spChg>
        <pc:spChg chg="add mod">
          <ac:chgData name="Syed, Taizeem ahmad (Student)" userId="3e6a0f2c-d438-4124-8ab8-d164813463eb" providerId="ADAL" clId="{75A18DB6-7B78-464E-98A3-1341654012B4}" dt="2025-04-02T18:04:00.749" v="3442" actId="207"/>
          <ac:spMkLst>
            <pc:docMk/>
            <pc:sldMk cId="866104681" sldId="268"/>
            <ac:spMk id="12" creationId="{00B3415F-8F83-E131-AC3C-D7EA6CD1F878}"/>
          </ac:spMkLst>
        </pc:spChg>
        <pc:spChg chg="add mod">
          <ac:chgData name="Syed, Taizeem ahmad (Student)" userId="3e6a0f2c-d438-4124-8ab8-d164813463eb" providerId="ADAL" clId="{75A18DB6-7B78-464E-98A3-1341654012B4}" dt="2025-04-02T18:08:49.445" v="3471" actId="14100"/>
          <ac:spMkLst>
            <pc:docMk/>
            <pc:sldMk cId="866104681" sldId="268"/>
            <ac:spMk id="13" creationId="{651DEEE7-9F65-A019-DF5C-9697E984D310}"/>
          </ac:spMkLst>
        </pc:spChg>
        <pc:spChg chg="add del">
          <ac:chgData name="Syed, Taizeem ahmad (Student)" userId="3e6a0f2c-d438-4124-8ab8-d164813463eb" providerId="ADAL" clId="{75A18DB6-7B78-464E-98A3-1341654012B4}" dt="2025-04-02T12:46:31.301" v="1956" actId="26606"/>
          <ac:spMkLst>
            <pc:docMk/>
            <pc:sldMk cId="866104681" sldId="268"/>
            <ac:spMk id="14" creationId="{E3BC0364-4B58-4841-A227-00A6A59E02C6}"/>
          </ac:spMkLst>
        </pc:spChg>
        <pc:spChg chg="add del">
          <ac:chgData name="Syed, Taizeem ahmad (Student)" userId="3e6a0f2c-d438-4124-8ab8-d164813463eb" providerId="ADAL" clId="{75A18DB6-7B78-464E-98A3-1341654012B4}" dt="2025-04-02T13:02:19.032" v="2114" actId="11529"/>
          <ac:spMkLst>
            <pc:docMk/>
            <pc:sldMk cId="866104681" sldId="268"/>
            <ac:spMk id="15" creationId="{72ECAFB4-153D-9228-BA89-11CBF9386291}"/>
          </ac:spMkLst>
        </pc:spChg>
        <pc:spChg chg="add del">
          <ac:chgData name="Syed, Taizeem ahmad (Student)" userId="3e6a0f2c-d438-4124-8ab8-d164813463eb" providerId="ADAL" clId="{75A18DB6-7B78-464E-98A3-1341654012B4}" dt="2025-04-02T12:46:31.301" v="1956" actId="26606"/>
          <ac:spMkLst>
            <pc:docMk/>
            <pc:sldMk cId="866104681" sldId="268"/>
            <ac:spMk id="16" creationId="{A029A1F4-D02D-48E4-9331-6870B23B4FAF}"/>
          </ac:spMkLst>
        </pc:spChg>
        <pc:spChg chg="add mod">
          <ac:chgData name="Syed, Taizeem ahmad (Student)" userId="3e6a0f2c-d438-4124-8ab8-d164813463eb" providerId="ADAL" clId="{75A18DB6-7B78-464E-98A3-1341654012B4}" dt="2025-04-02T13:04:24.575" v="2206" actId="1076"/>
          <ac:spMkLst>
            <pc:docMk/>
            <pc:sldMk cId="866104681" sldId="268"/>
            <ac:spMk id="17" creationId="{F0F700F3-32DA-776C-80A9-F240EB45A962}"/>
          </ac:spMkLst>
        </pc:spChg>
        <pc:spChg chg="add del">
          <ac:chgData name="Syed, Taizeem ahmad (Student)" userId="3e6a0f2c-d438-4124-8ab8-d164813463eb" providerId="ADAL" clId="{75A18DB6-7B78-464E-98A3-1341654012B4}" dt="2025-04-02T12:46:31.301" v="1956" actId="26606"/>
          <ac:spMkLst>
            <pc:docMk/>
            <pc:sldMk cId="866104681" sldId="268"/>
            <ac:spMk id="18" creationId="{D06A8CF3-711E-4C63-9DD5-53A2696C0D6F}"/>
          </ac:spMkLst>
        </pc:spChg>
        <pc:spChg chg="add">
          <ac:chgData name="Syed, Taizeem ahmad (Student)" userId="3e6a0f2c-d438-4124-8ab8-d164813463eb" providerId="ADAL" clId="{75A18DB6-7B78-464E-98A3-1341654012B4}" dt="2025-04-02T12:46:31.301" v="1956" actId="26606"/>
          <ac:spMkLst>
            <pc:docMk/>
            <pc:sldMk cId="866104681" sldId="268"/>
            <ac:spMk id="23" creationId="{E3BC0364-4B58-4841-A227-00A6A59E02C6}"/>
          </ac:spMkLst>
        </pc:spChg>
        <pc:spChg chg="add">
          <ac:chgData name="Syed, Taizeem ahmad (Student)" userId="3e6a0f2c-d438-4124-8ab8-d164813463eb" providerId="ADAL" clId="{75A18DB6-7B78-464E-98A3-1341654012B4}" dt="2025-04-02T12:46:31.301" v="1956" actId="26606"/>
          <ac:spMkLst>
            <pc:docMk/>
            <pc:sldMk cId="866104681" sldId="268"/>
            <ac:spMk id="25" creationId="{A029A1F4-D02D-48E4-9331-6870B23B4FAF}"/>
          </ac:spMkLst>
        </pc:spChg>
        <pc:spChg chg="add">
          <ac:chgData name="Syed, Taizeem ahmad (Student)" userId="3e6a0f2c-d438-4124-8ab8-d164813463eb" providerId="ADAL" clId="{75A18DB6-7B78-464E-98A3-1341654012B4}" dt="2025-04-02T12:46:31.301" v="1956" actId="26606"/>
          <ac:spMkLst>
            <pc:docMk/>
            <pc:sldMk cId="866104681" sldId="268"/>
            <ac:spMk id="27" creationId="{D06A8CF3-711E-4C63-9DD5-53A2696C0D6F}"/>
          </ac:spMkLst>
        </pc:spChg>
        <pc:picChg chg="add mod ord">
          <ac:chgData name="Syed, Taizeem ahmad (Student)" userId="3e6a0f2c-d438-4124-8ab8-d164813463eb" providerId="ADAL" clId="{75A18DB6-7B78-464E-98A3-1341654012B4}" dt="2025-04-02T12:46:31.301" v="1955" actId="26606"/>
          <ac:picMkLst>
            <pc:docMk/>
            <pc:sldMk cId="866104681" sldId="268"/>
            <ac:picMk id="8" creationId="{33AC1C49-4124-AD57-87A7-EADF045F0465}"/>
          </ac:picMkLst>
        </pc:picChg>
        <pc:picChg chg="add mod">
          <ac:chgData name="Syed, Taizeem ahmad (Student)" userId="3e6a0f2c-d438-4124-8ab8-d164813463eb" providerId="ADAL" clId="{75A18DB6-7B78-464E-98A3-1341654012B4}" dt="2025-04-02T12:46:31.301" v="1955" actId="26606"/>
          <ac:picMkLst>
            <pc:docMk/>
            <pc:sldMk cId="866104681" sldId="268"/>
            <ac:picMk id="9" creationId="{860EA8C2-D507-DEC0-3B3E-648318BE4DA3}"/>
          </ac:picMkLst>
        </pc:picChg>
      </pc:sldChg>
      <pc:sldChg chg="addSp delSp modSp add mod">
        <pc:chgData name="Syed, Taizeem ahmad (Student)" userId="3e6a0f2c-d438-4124-8ab8-d164813463eb" providerId="ADAL" clId="{75A18DB6-7B78-464E-98A3-1341654012B4}" dt="2025-04-02T18:04:20.309" v="3447" actId="207"/>
        <pc:sldMkLst>
          <pc:docMk/>
          <pc:sldMk cId="2048836187" sldId="269"/>
        </pc:sldMkLst>
        <pc:spChg chg="mod">
          <ac:chgData name="Syed, Taizeem ahmad (Student)" userId="3e6a0f2c-d438-4124-8ab8-d164813463eb" providerId="ADAL" clId="{75A18DB6-7B78-464E-98A3-1341654012B4}" dt="2025-04-02T15:38:50.100" v="2629" actId="20577"/>
          <ac:spMkLst>
            <pc:docMk/>
            <pc:sldMk cId="2048836187" sldId="269"/>
            <ac:spMk id="2" creationId="{0615501D-42BC-3BC6-9CE1-DC6C4F7FE18F}"/>
          </ac:spMkLst>
        </pc:spChg>
        <pc:spChg chg="add">
          <ac:chgData name="Syed, Taizeem ahmad (Student)" userId="3e6a0f2c-d438-4124-8ab8-d164813463eb" providerId="ADAL" clId="{75A18DB6-7B78-464E-98A3-1341654012B4}" dt="2025-04-02T13:19:40.155" v="2333"/>
          <ac:spMkLst>
            <pc:docMk/>
            <pc:sldMk cId="2048836187" sldId="269"/>
            <ac:spMk id="3" creationId="{DF4575C2-790F-56C8-57C2-0AC6EC17AE9F}"/>
          </ac:spMkLst>
        </pc:spChg>
        <pc:spChg chg="add">
          <ac:chgData name="Syed, Taizeem ahmad (Student)" userId="3e6a0f2c-d438-4124-8ab8-d164813463eb" providerId="ADAL" clId="{75A18DB6-7B78-464E-98A3-1341654012B4}" dt="2025-04-02T13:19:45.164" v="2334"/>
          <ac:spMkLst>
            <pc:docMk/>
            <pc:sldMk cId="2048836187" sldId="269"/>
            <ac:spMk id="4" creationId="{851CA645-DD7A-8252-F1F5-D4AB57E3BD3B}"/>
          </ac:spMkLst>
        </pc:spChg>
        <pc:spChg chg="add del mod">
          <ac:chgData name="Syed, Taizeem ahmad (Student)" userId="3e6a0f2c-d438-4124-8ab8-d164813463eb" providerId="ADAL" clId="{75A18DB6-7B78-464E-98A3-1341654012B4}" dt="2025-04-02T15:24:31.945" v="2578" actId="478"/>
          <ac:spMkLst>
            <pc:docMk/>
            <pc:sldMk cId="2048836187" sldId="269"/>
            <ac:spMk id="6" creationId="{C4ABEAD0-43B4-343F-76DA-06DDAB70D200}"/>
          </ac:spMkLst>
        </pc:spChg>
        <pc:spChg chg="mod">
          <ac:chgData name="Syed, Taizeem ahmad (Student)" userId="3e6a0f2c-d438-4124-8ab8-d164813463eb" providerId="ADAL" clId="{75A18DB6-7B78-464E-98A3-1341654012B4}" dt="2025-04-02T18:04:18.243" v="3446" actId="207"/>
          <ac:spMkLst>
            <pc:docMk/>
            <pc:sldMk cId="2048836187" sldId="269"/>
            <ac:spMk id="7" creationId="{056FC01C-034D-A79E-7BFF-B3F0ABE6D78D}"/>
          </ac:spMkLst>
        </pc:spChg>
        <pc:spChg chg="mod">
          <ac:chgData name="Syed, Taizeem ahmad (Student)" userId="3e6a0f2c-d438-4124-8ab8-d164813463eb" providerId="ADAL" clId="{75A18DB6-7B78-464E-98A3-1341654012B4}" dt="2025-04-02T18:04:20.309" v="3447" actId="207"/>
          <ac:spMkLst>
            <pc:docMk/>
            <pc:sldMk cId="2048836187" sldId="269"/>
            <ac:spMk id="12" creationId="{DA30C39B-E914-F911-AB1B-100435902A51}"/>
          </ac:spMkLst>
        </pc:spChg>
        <pc:spChg chg="mod">
          <ac:chgData name="Syed, Taizeem ahmad (Student)" userId="3e6a0f2c-d438-4124-8ab8-d164813463eb" providerId="ADAL" clId="{75A18DB6-7B78-464E-98A3-1341654012B4}" dt="2025-04-02T18:04:15.933" v="3445" actId="207"/>
          <ac:spMkLst>
            <pc:docMk/>
            <pc:sldMk cId="2048836187" sldId="269"/>
            <ac:spMk id="13" creationId="{31BA5200-08F0-6DA9-A284-465176C2E028}"/>
          </ac:spMkLst>
        </pc:spChg>
        <pc:picChg chg="del">
          <ac:chgData name="Syed, Taizeem ahmad (Student)" userId="3e6a0f2c-d438-4124-8ab8-d164813463eb" providerId="ADAL" clId="{75A18DB6-7B78-464E-98A3-1341654012B4}" dt="2025-04-02T15:21:01.069" v="2562" actId="478"/>
          <ac:picMkLst>
            <pc:docMk/>
            <pc:sldMk cId="2048836187" sldId="269"/>
            <ac:picMk id="8" creationId="{7D7FB1B8-A543-6071-BF0B-6F12B0C1E181}"/>
          </ac:picMkLst>
        </pc:picChg>
        <pc:picChg chg="del">
          <ac:chgData name="Syed, Taizeem ahmad (Student)" userId="3e6a0f2c-d438-4124-8ab8-d164813463eb" providerId="ADAL" clId="{75A18DB6-7B78-464E-98A3-1341654012B4}" dt="2025-04-02T15:23:48.209" v="2572" actId="478"/>
          <ac:picMkLst>
            <pc:docMk/>
            <pc:sldMk cId="2048836187" sldId="269"/>
            <ac:picMk id="9" creationId="{87A1E604-E231-E5E1-4D27-661BF5A5E2BA}"/>
          </ac:picMkLst>
        </pc:picChg>
        <pc:picChg chg="add del mod">
          <ac:chgData name="Syed, Taizeem ahmad (Student)" userId="3e6a0f2c-d438-4124-8ab8-d164813463eb" providerId="ADAL" clId="{75A18DB6-7B78-464E-98A3-1341654012B4}" dt="2025-04-02T15:22:12.484" v="2565" actId="478"/>
          <ac:picMkLst>
            <pc:docMk/>
            <pc:sldMk cId="2048836187" sldId="269"/>
            <ac:picMk id="11" creationId="{1B0623A1-E7E5-186A-824E-A3FC5FBBE5A1}"/>
          </ac:picMkLst>
        </pc:picChg>
        <pc:picChg chg="add del mod">
          <ac:chgData name="Syed, Taizeem ahmad (Student)" userId="3e6a0f2c-d438-4124-8ab8-d164813463eb" providerId="ADAL" clId="{75A18DB6-7B78-464E-98A3-1341654012B4}" dt="2025-04-02T15:39:35.716" v="2644" actId="21"/>
          <ac:picMkLst>
            <pc:docMk/>
            <pc:sldMk cId="2048836187" sldId="269"/>
            <ac:picMk id="15" creationId="{DCCC99FD-3AED-E5D2-DDAD-D765BAA09020}"/>
          </ac:picMkLst>
        </pc:picChg>
        <pc:picChg chg="add del mod">
          <ac:chgData name="Syed, Taizeem ahmad (Student)" userId="3e6a0f2c-d438-4124-8ab8-d164813463eb" providerId="ADAL" clId="{75A18DB6-7B78-464E-98A3-1341654012B4}" dt="2025-04-02T15:36:38.984" v="2579" actId="478"/>
          <ac:picMkLst>
            <pc:docMk/>
            <pc:sldMk cId="2048836187" sldId="269"/>
            <ac:picMk id="18" creationId="{52399BE6-9DFF-805C-620A-5F679CF27A87}"/>
          </ac:picMkLst>
        </pc:picChg>
        <pc:picChg chg="add del mod">
          <ac:chgData name="Syed, Taizeem ahmad (Student)" userId="3e6a0f2c-d438-4124-8ab8-d164813463eb" providerId="ADAL" clId="{75A18DB6-7B78-464E-98A3-1341654012B4}" dt="2025-04-02T15:39:35.716" v="2644" actId="21"/>
          <ac:picMkLst>
            <pc:docMk/>
            <pc:sldMk cId="2048836187" sldId="269"/>
            <ac:picMk id="20" creationId="{ABB823C3-DF3E-1848-D10B-2871564F1F95}"/>
          </ac:picMkLst>
        </pc:picChg>
        <pc:picChg chg="add mod">
          <ac:chgData name="Syed, Taizeem ahmad (Student)" userId="3e6a0f2c-d438-4124-8ab8-d164813463eb" providerId="ADAL" clId="{75A18DB6-7B78-464E-98A3-1341654012B4}" dt="2025-04-02T15:39:12.323" v="2637" actId="1076"/>
          <ac:picMkLst>
            <pc:docMk/>
            <pc:sldMk cId="2048836187" sldId="269"/>
            <ac:picMk id="21" creationId="{24E4C823-92AC-C0E6-FDC3-44C94B581E0C}"/>
          </ac:picMkLst>
        </pc:picChg>
        <pc:picChg chg="add mod">
          <ac:chgData name="Syed, Taizeem ahmad (Student)" userId="3e6a0f2c-d438-4124-8ab8-d164813463eb" providerId="ADAL" clId="{75A18DB6-7B78-464E-98A3-1341654012B4}" dt="2025-04-02T15:39:25.731" v="2642" actId="1076"/>
          <ac:picMkLst>
            <pc:docMk/>
            <pc:sldMk cId="2048836187" sldId="269"/>
            <ac:picMk id="22" creationId="{69F25D4B-FAA0-AA69-F04E-8C038FBC6CD3}"/>
          </ac:picMkLst>
        </pc:picChg>
      </pc:sldChg>
      <pc:sldChg chg="addSp delSp modSp add mod ord setBg">
        <pc:chgData name="Syed, Taizeem ahmad (Student)" userId="3e6a0f2c-d438-4124-8ab8-d164813463eb" providerId="ADAL" clId="{75A18DB6-7B78-464E-98A3-1341654012B4}" dt="2025-04-02T18:09:57.458" v="3512" actId="20577"/>
        <pc:sldMkLst>
          <pc:docMk/>
          <pc:sldMk cId="3247973177" sldId="270"/>
        </pc:sldMkLst>
        <pc:spChg chg="mod">
          <ac:chgData name="Syed, Taizeem ahmad (Student)" userId="3e6a0f2c-d438-4124-8ab8-d164813463eb" providerId="ADAL" clId="{75A18DB6-7B78-464E-98A3-1341654012B4}" dt="2025-04-02T16:23:12.236" v="2913" actId="1076"/>
          <ac:spMkLst>
            <pc:docMk/>
            <pc:sldMk cId="3247973177" sldId="270"/>
            <ac:spMk id="2" creationId="{1790877C-F6AC-F564-B3A9-706E62DEA4F0}"/>
          </ac:spMkLst>
        </pc:spChg>
        <pc:spChg chg="add del mod">
          <ac:chgData name="Syed, Taizeem ahmad (Student)" userId="3e6a0f2c-d438-4124-8ab8-d164813463eb" providerId="ADAL" clId="{75A18DB6-7B78-464E-98A3-1341654012B4}" dt="2025-04-02T15:39:51.003" v="2647" actId="478"/>
          <ac:spMkLst>
            <pc:docMk/>
            <pc:sldMk cId="3247973177" sldId="270"/>
            <ac:spMk id="4" creationId="{560DEB94-D05C-C244-4699-AE65F5C7C2CF}"/>
          </ac:spMkLst>
        </pc:spChg>
        <pc:spChg chg="del mod">
          <ac:chgData name="Syed, Taizeem ahmad (Student)" userId="3e6a0f2c-d438-4124-8ab8-d164813463eb" providerId="ADAL" clId="{75A18DB6-7B78-464E-98A3-1341654012B4}" dt="2025-04-02T16:08:37.394" v="2705" actId="478"/>
          <ac:spMkLst>
            <pc:docMk/>
            <pc:sldMk cId="3247973177" sldId="270"/>
            <ac:spMk id="7" creationId="{8D3E32A0-D1E9-578D-8B95-9F0725EBE307}"/>
          </ac:spMkLst>
        </pc:spChg>
        <pc:spChg chg="add del mod ord">
          <ac:chgData name="Syed, Taizeem ahmad (Student)" userId="3e6a0f2c-d438-4124-8ab8-d164813463eb" providerId="ADAL" clId="{75A18DB6-7B78-464E-98A3-1341654012B4}" dt="2025-04-02T16:12:04.013" v="2746" actId="26606"/>
          <ac:spMkLst>
            <pc:docMk/>
            <pc:sldMk cId="3247973177" sldId="270"/>
            <ac:spMk id="12" creationId="{EB2B0797-D13C-ACFC-A0E9-DC6E2210EA24}"/>
          </ac:spMkLst>
        </pc:spChg>
        <pc:spChg chg="del mod">
          <ac:chgData name="Syed, Taizeem ahmad (Student)" userId="3e6a0f2c-d438-4124-8ab8-d164813463eb" providerId="ADAL" clId="{75A18DB6-7B78-464E-98A3-1341654012B4}" dt="2025-04-02T16:08:54.220" v="2712" actId="478"/>
          <ac:spMkLst>
            <pc:docMk/>
            <pc:sldMk cId="3247973177" sldId="270"/>
            <ac:spMk id="13" creationId="{B389F7D2-AAFD-2EA0-8C03-AE0E253FF79E}"/>
          </ac:spMkLst>
        </pc:spChg>
        <pc:spChg chg="add mod">
          <ac:chgData name="Syed, Taizeem ahmad (Student)" userId="3e6a0f2c-d438-4124-8ab8-d164813463eb" providerId="ADAL" clId="{75A18DB6-7B78-464E-98A3-1341654012B4}" dt="2025-04-02T18:09:57.458" v="3512" actId="20577"/>
          <ac:spMkLst>
            <pc:docMk/>
            <pc:sldMk cId="3247973177" sldId="270"/>
            <ac:spMk id="14" creationId="{51D87404-A7E7-B509-8113-8BCD9B28FAD5}"/>
          </ac:spMkLst>
        </pc:spChg>
        <pc:spChg chg="add del mod">
          <ac:chgData name="Syed, Taizeem ahmad (Student)" userId="3e6a0f2c-d438-4124-8ab8-d164813463eb" providerId="ADAL" clId="{75A18DB6-7B78-464E-98A3-1341654012B4}" dt="2025-04-02T16:28:31.456" v="2975"/>
          <ac:spMkLst>
            <pc:docMk/>
            <pc:sldMk cId="3247973177" sldId="270"/>
            <ac:spMk id="16" creationId="{B9A29817-F53E-C264-A392-5206F2E811F1}"/>
          </ac:spMkLst>
        </pc:spChg>
        <pc:spChg chg="del mod ord">
          <ac:chgData name="Syed, Taizeem ahmad (Student)" userId="3e6a0f2c-d438-4124-8ab8-d164813463eb" providerId="ADAL" clId="{75A18DB6-7B78-464E-98A3-1341654012B4}" dt="2025-04-02T16:15:53.425" v="2830" actId="478"/>
          <ac:spMkLst>
            <pc:docMk/>
            <pc:sldMk cId="3247973177" sldId="270"/>
            <ac:spMk id="17" creationId="{DDB4BE1C-EE72-FB69-1849-0C9A6A172BB5}"/>
          </ac:spMkLst>
        </pc:spChg>
        <pc:spChg chg="add del mod">
          <ac:chgData name="Syed, Taizeem ahmad (Student)" userId="3e6a0f2c-d438-4124-8ab8-d164813463eb" providerId="ADAL" clId="{75A18DB6-7B78-464E-98A3-1341654012B4}" dt="2025-04-02T16:28:31.441" v="2973"/>
          <ac:spMkLst>
            <pc:docMk/>
            <pc:sldMk cId="3247973177" sldId="270"/>
            <ac:spMk id="18" creationId="{054246DE-5DC1-EEE3-63E7-C5A8A799DD0A}"/>
          </ac:spMkLst>
        </pc:spChg>
        <pc:spChg chg="add del">
          <ac:chgData name="Syed, Taizeem ahmad (Student)" userId="3e6a0f2c-d438-4124-8ab8-d164813463eb" providerId="ADAL" clId="{75A18DB6-7B78-464E-98A3-1341654012B4}" dt="2025-04-02T16:12:04.013" v="2746" actId="26606"/>
          <ac:spMkLst>
            <pc:docMk/>
            <pc:sldMk cId="3247973177" sldId="270"/>
            <ac:spMk id="23" creationId="{A85A847F-22E8-FBCC-FFD4-A7154A90CB06}"/>
          </ac:spMkLst>
        </pc:spChg>
        <pc:spChg chg="add del">
          <ac:chgData name="Syed, Taizeem ahmad (Student)" userId="3e6a0f2c-d438-4124-8ab8-d164813463eb" providerId="ADAL" clId="{75A18DB6-7B78-464E-98A3-1341654012B4}" dt="2025-04-02T16:12:04.013" v="2746" actId="26606"/>
          <ac:spMkLst>
            <pc:docMk/>
            <pc:sldMk cId="3247973177" sldId="270"/>
            <ac:spMk id="25" creationId="{A7612EEE-F5E4-FA0C-3FAC-0A65D9F3E375}"/>
          </ac:spMkLst>
        </pc:spChg>
        <pc:spChg chg="add del">
          <ac:chgData name="Syed, Taizeem ahmad (Student)" userId="3e6a0f2c-d438-4124-8ab8-d164813463eb" providerId="ADAL" clId="{75A18DB6-7B78-464E-98A3-1341654012B4}" dt="2025-04-02T16:12:04.013" v="2746" actId="26606"/>
          <ac:spMkLst>
            <pc:docMk/>
            <pc:sldMk cId="3247973177" sldId="270"/>
            <ac:spMk id="27" creationId="{4AA11449-43F7-61CE-D142-055BAB9ACD70}"/>
          </ac:spMkLst>
        </pc:spChg>
        <pc:spChg chg="add del">
          <ac:chgData name="Syed, Taizeem ahmad (Student)" userId="3e6a0f2c-d438-4124-8ab8-d164813463eb" providerId="ADAL" clId="{75A18DB6-7B78-464E-98A3-1341654012B4}" dt="2025-04-02T16:11:38.700" v="2734" actId="26606"/>
          <ac:spMkLst>
            <pc:docMk/>
            <pc:sldMk cId="3247973177" sldId="270"/>
            <ac:spMk id="32" creationId="{32CA806D-F450-4F6B-9FF3-EB0171662FBC}"/>
          </ac:spMkLst>
        </pc:spChg>
        <pc:spChg chg="add del">
          <ac:chgData name="Syed, Taizeem ahmad (Student)" userId="3e6a0f2c-d438-4124-8ab8-d164813463eb" providerId="ADAL" clId="{75A18DB6-7B78-464E-98A3-1341654012B4}" dt="2025-04-02T16:11:38.700" v="2734" actId="26606"/>
          <ac:spMkLst>
            <pc:docMk/>
            <pc:sldMk cId="3247973177" sldId="270"/>
            <ac:spMk id="34" creationId="{B791AD2C-CC88-4D7E-B1D6-1B29DC26C65C}"/>
          </ac:spMkLst>
        </pc:spChg>
        <pc:spChg chg="add del">
          <ac:chgData name="Syed, Taizeem ahmad (Student)" userId="3e6a0f2c-d438-4124-8ab8-d164813463eb" providerId="ADAL" clId="{75A18DB6-7B78-464E-98A3-1341654012B4}" dt="2025-04-02T16:11:38.700" v="2734" actId="26606"/>
          <ac:spMkLst>
            <pc:docMk/>
            <pc:sldMk cId="3247973177" sldId="270"/>
            <ac:spMk id="36" creationId="{263402C5-1FD9-4C00-B6E9-C7C0369C3C47}"/>
          </ac:spMkLst>
        </pc:spChg>
        <pc:spChg chg="add del">
          <ac:chgData name="Syed, Taizeem ahmad (Student)" userId="3e6a0f2c-d438-4124-8ab8-d164813463eb" providerId="ADAL" clId="{75A18DB6-7B78-464E-98A3-1341654012B4}" dt="2025-04-02T16:11:40.224" v="2737" actId="26606"/>
          <ac:spMkLst>
            <pc:docMk/>
            <pc:sldMk cId="3247973177" sldId="270"/>
            <ac:spMk id="38" creationId="{930BC020-BDBF-49EB-9898-BAB5BF559317}"/>
          </ac:spMkLst>
        </pc:spChg>
        <pc:spChg chg="add del">
          <ac:chgData name="Syed, Taizeem ahmad (Student)" userId="3e6a0f2c-d438-4124-8ab8-d164813463eb" providerId="ADAL" clId="{75A18DB6-7B78-464E-98A3-1341654012B4}" dt="2025-04-02T16:11:40.224" v="2737" actId="26606"/>
          <ac:spMkLst>
            <pc:docMk/>
            <pc:sldMk cId="3247973177" sldId="270"/>
            <ac:spMk id="39" creationId="{64950C64-5D81-40F1-9601-8BA0D63BAE74}"/>
          </ac:spMkLst>
        </pc:spChg>
        <pc:spChg chg="add del">
          <ac:chgData name="Syed, Taizeem ahmad (Student)" userId="3e6a0f2c-d438-4124-8ab8-d164813463eb" providerId="ADAL" clId="{75A18DB6-7B78-464E-98A3-1341654012B4}" dt="2025-04-02T16:11:52.507" v="2741" actId="26606"/>
          <ac:spMkLst>
            <pc:docMk/>
            <pc:sldMk cId="3247973177" sldId="270"/>
            <ac:spMk id="40" creationId="{13DAFF6B-5BEC-4153-93E9-6B735BC19C2F}"/>
          </ac:spMkLst>
        </pc:spChg>
        <pc:spChg chg="add del">
          <ac:chgData name="Syed, Taizeem ahmad (Student)" userId="3e6a0f2c-d438-4124-8ab8-d164813463eb" providerId="ADAL" clId="{75A18DB6-7B78-464E-98A3-1341654012B4}" dt="2025-04-02T16:11:44.452" v="2739" actId="26606"/>
          <ac:spMkLst>
            <pc:docMk/>
            <pc:sldMk cId="3247973177" sldId="270"/>
            <ac:spMk id="41" creationId="{32CA806D-F450-4F6B-9FF3-EB0171662FBC}"/>
          </ac:spMkLst>
        </pc:spChg>
        <pc:spChg chg="add del">
          <ac:chgData name="Syed, Taizeem ahmad (Student)" userId="3e6a0f2c-d438-4124-8ab8-d164813463eb" providerId="ADAL" clId="{75A18DB6-7B78-464E-98A3-1341654012B4}" dt="2025-04-02T16:11:44.452" v="2739" actId="26606"/>
          <ac:spMkLst>
            <pc:docMk/>
            <pc:sldMk cId="3247973177" sldId="270"/>
            <ac:spMk id="42" creationId="{B791AD2C-CC88-4D7E-B1D6-1B29DC26C65C}"/>
          </ac:spMkLst>
        </pc:spChg>
        <pc:spChg chg="add del">
          <ac:chgData name="Syed, Taizeem ahmad (Student)" userId="3e6a0f2c-d438-4124-8ab8-d164813463eb" providerId="ADAL" clId="{75A18DB6-7B78-464E-98A3-1341654012B4}" dt="2025-04-02T16:11:44.452" v="2739" actId="26606"/>
          <ac:spMkLst>
            <pc:docMk/>
            <pc:sldMk cId="3247973177" sldId="270"/>
            <ac:spMk id="43" creationId="{263402C5-1FD9-4C00-B6E9-C7C0369C3C47}"/>
          </ac:spMkLst>
        </pc:spChg>
        <pc:spChg chg="add del">
          <ac:chgData name="Syed, Taizeem ahmad (Student)" userId="3e6a0f2c-d438-4124-8ab8-d164813463eb" providerId="ADAL" clId="{75A18DB6-7B78-464E-98A3-1341654012B4}" dt="2025-04-02T16:11:52.507" v="2741" actId="26606"/>
          <ac:spMkLst>
            <pc:docMk/>
            <pc:sldMk cId="3247973177" sldId="270"/>
            <ac:spMk id="45" creationId="{65B34324-8F10-4614-BFE4-2E3C7F3E174D}"/>
          </ac:spMkLst>
        </pc:spChg>
        <pc:spChg chg="add del">
          <ac:chgData name="Syed, Taizeem ahmad (Student)" userId="3e6a0f2c-d438-4124-8ab8-d164813463eb" providerId="ADAL" clId="{75A18DB6-7B78-464E-98A3-1341654012B4}" dt="2025-04-02T16:11:52.507" v="2741" actId="26606"/>
          <ac:spMkLst>
            <pc:docMk/>
            <pc:sldMk cId="3247973177" sldId="270"/>
            <ac:spMk id="46" creationId="{23E952EC-AFF6-4197-9272-C0D7C0F5697D}"/>
          </ac:spMkLst>
        </pc:spChg>
        <pc:spChg chg="add del">
          <ac:chgData name="Syed, Taizeem ahmad (Student)" userId="3e6a0f2c-d438-4124-8ab8-d164813463eb" providerId="ADAL" clId="{75A18DB6-7B78-464E-98A3-1341654012B4}" dt="2025-04-02T16:11:52.507" v="2741" actId="26606"/>
          <ac:spMkLst>
            <pc:docMk/>
            <pc:sldMk cId="3247973177" sldId="270"/>
            <ac:spMk id="47" creationId="{D09AAB66-CD8D-477A-A21A-2105E6D82B84}"/>
          </ac:spMkLst>
        </pc:spChg>
        <pc:spChg chg="add del">
          <ac:chgData name="Syed, Taizeem ahmad (Student)" userId="3e6a0f2c-d438-4124-8ab8-d164813463eb" providerId="ADAL" clId="{75A18DB6-7B78-464E-98A3-1341654012B4}" dt="2025-04-02T16:11:52.507" v="2741" actId="26606"/>
          <ac:spMkLst>
            <pc:docMk/>
            <pc:sldMk cId="3247973177" sldId="270"/>
            <ac:spMk id="48" creationId="{46A326B9-FD78-4195-A659-95DAFC1DDB9F}"/>
          </ac:spMkLst>
        </pc:spChg>
        <pc:spChg chg="del">
          <ac:chgData name="Syed, Taizeem ahmad (Student)" userId="3e6a0f2c-d438-4124-8ab8-d164813463eb" providerId="ADAL" clId="{75A18DB6-7B78-464E-98A3-1341654012B4}" dt="2025-04-02T16:11:56.345" v="2743" actId="26606"/>
          <ac:spMkLst>
            <pc:docMk/>
            <pc:sldMk cId="3247973177" sldId="270"/>
            <ac:spMk id="50" creationId="{643FDCD5-BCCF-4D9B-B99C-67F71C78735F}"/>
          </ac:spMkLst>
        </pc:spChg>
        <pc:spChg chg="add del">
          <ac:chgData name="Syed, Taizeem ahmad (Student)" userId="3e6a0f2c-d438-4124-8ab8-d164813463eb" providerId="ADAL" clId="{75A18DB6-7B78-464E-98A3-1341654012B4}" dt="2025-04-02T16:11:56.345" v="2743" actId="26606"/>
          <ac:spMkLst>
            <pc:docMk/>
            <pc:sldMk cId="3247973177" sldId="270"/>
            <ac:spMk id="51" creationId="{029C2760-7C90-4A4F-A311-7BFF9CAD7403}"/>
          </ac:spMkLst>
        </pc:spChg>
        <pc:spChg chg="add del">
          <ac:chgData name="Syed, Taizeem ahmad (Student)" userId="3e6a0f2c-d438-4124-8ab8-d164813463eb" providerId="ADAL" clId="{75A18DB6-7B78-464E-98A3-1341654012B4}" dt="2025-04-02T16:11:56.345" v="2743" actId="26606"/>
          <ac:spMkLst>
            <pc:docMk/>
            <pc:sldMk cId="3247973177" sldId="270"/>
            <ac:spMk id="52" creationId="{B71B4DA9-D3C1-4F64-AFD9-1E061FA9916E}"/>
          </ac:spMkLst>
        </pc:spChg>
        <pc:spChg chg="add del">
          <ac:chgData name="Syed, Taizeem ahmad (Student)" userId="3e6a0f2c-d438-4124-8ab8-d164813463eb" providerId="ADAL" clId="{75A18DB6-7B78-464E-98A3-1341654012B4}" dt="2025-04-02T16:11:56.345" v="2743" actId="26606"/>
          <ac:spMkLst>
            <pc:docMk/>
            <pc:sldMk cId="3247973177" sldId="270"/>
            <ac:spMk id="53" creationId="{E9B84F0D-BC6C-43F8-8E8A-14888CAEB41A}"/>
          </ac:spMkLst>
        </pc:spChg>
        <pc:spChg chg="add del">
          <ac:chgData name="Syed, Taizeem ahmad (Student)" userId="3e6a0f2c-d438-4124-8ab8-d164813463eb" providerId="ADAL" clId="{75A18DB6-7B78-464E-98A3-1341654012B4}" dt="2025-04-02T16:11:56.345" v="2743" actId="26606"/>
          <ac:spMkLst>
            <pc:docMk/>
            <pc:sldMk cId="3247973177" sldId="270"/>
            <ac:spMk id="54" creationId="{7EC24610-41AA-4D70-8447-AC20769DFB8A}"/>
          </ac:spMkLst>
        </pc:spChg>
        <pc:spChg chg="add del">
          <ac:chgData name="Syed, Taizeem ahmad (Student)" userId="3e6a0f2c-d438-4124-8ab8-d164813463eb" providerId="ADAL" clId="{75A18DB6-7B78-464E-98A3-1341654012B4}" dt="2025-04-02T16:12:04.013" v="2745" actId="26606"/>
          <ac:spMkLst>
            <pc:docMk/>
            <pc:sldMk cId="3247973177" sldId="270"/>
            <ac:spMk id="56" creationId="{A85A847F-22E8-FBCC-FFD4-A7154A90CB06}"/>
          </ac:spMkLst>
        </pc:spChg>
        <pc:spChg chg="add del">
          <ac:chgData name="Syed, Taizeem ahmad (Student)" userId="3e6a0f2c-d438-4124-8ab8-d164813463eb" providerId="ADAL" clId="{75A18DB6-7B78-464E-98A3-1341654012B4}" dt="2025-04-02T16:12:04.013" v="2745" actId="26606"/>
          <ac:spMkLst>
            <pc:docMk/>
            <pc:sldMk cId="3247973177" sldId="270"/>
            <ac:spMk id="57" creationId="{A7612EEE-F5E4-FA0C-3FAC-0A65D9F3E375}"/>
          </ac:spMkLst>
        </pc:spChg>
        <pc:spChg chg="add del">
          <ac:chgData name="Syed, Taizeem ahmad (Student)" userId="3e6a0f2c-d438-4124-8ab8-d164813463eb" providerId="ADAL" clId="{75A18DB6-7B78-464E-98A3-1341654012B4}" dt="2025-04-02T16:12:04.013" v="2745" actId="26606"/>
          <ac:spMkLst>
            <pc:docMk/>
            <pc:sldMk cId="3247973177" sldId="270"/>
            <ac:spMk id="58" creationId="{4AA11449-43F7-61CE-D142-055BAB9ACD70}"/>
          </ac:spMkLst>
        </pc:spChg>
        <pc:spChg chg="add del">
          <ac:chgData name="Syed, Taizeem ahmad (Student)" userId="3e6a0f2c-d438-4124-8ab8-d164813463eb" providerId="ADAL" clId="{75A18DB6-7B78-464E-98A3-1341654012B4}" dt="2025-04-02T16:13:03.623" v="2766" actId="26606"/>
          <ac:spMkLst>
            <pc:docMk/>
            <pc:sldMk cId="3247973177" sldId="270"/>
            <ac:spMk id="60" creationId="{1660E788-AFA9-4A1B-9991-6AA74632A15B}"/>
          </ac:spMkLst>
        </pc:spChg>
        <pc:spChg chg="add del">
          <ac:chgData name="Syed, Taizeem ahmad (Student)" userId="3e6a0f2c-d438-4124-8ab8-d164813463eb" providerId="ADAL" clId="{75A18DB6-7B78-464E-98A3-1341654012B4}" dt="2025-04-02T16:13:03.623" v="2766" actId="26606"/>
          <ac:spMkLst>
            <pc:docMk/>
            <pc:sldMk cId="3247973177" sldId="270"/>
            <ac:spMk id="61" creationId="{867D4867-5BA7-4462-B2F6-A23F4A622AA7}"/>
          </ac:spMkLst>
        </pc:spChg>
        <pc:spChg chg="add mod ord">
          <ac:chgData name="Syed, Taizeem ahmad (Student)" userId="3e6a0f2c-d438-4124-8ab8-d164813463eb" providerId="ADAL" clId="{75A18DB6-7B78-464E-98A3-1341654012B4}" dt="2025-04-02T18:04:28.583" v="3449" actId="207"/>
          <ac:spMkLst>
            <pc:docMk/>
            <pc:sldMk cId="3247973177" sldId="270"/>
            <ac:spMk id="62" creationId="{EB2B0797-D13C-ACFC-A0E9-DC6E2210EA24}"/>
          </ac:spMkLst>
        </pc:spChg>
        <pc:spChg chg="add del">
          <ac:chgData name="Syed, Taizeem ahmad (Student)" userId="3e6a0f2c-d438-4124-8ab8-d164813463eb" providerId="ADAL" clId="{75A18DB6-7B78-464E-98A3-1341654012B4}" dt="2025-04-02T16:16:57.377" v="2842" actId="26606"/>
          <ac:spMkLst>
            <pc:docMk/>
            <pc:sldMk cId="3247973177" sldId="270"/>
            <ac:spMk id="67" creationId="{32CA806D-F450-4F6B-9FF3-EB0171662FBC}"/>
          </ac:spMkLst>
        </pc:spChg>
        <pc:spChg chg="add del">
          <ac:chgData name="Syed, Taizeem ahmad (Student)" userId="3e6a0f2c-d438-4124-8ab8-d164813463eb" providerId="ADAL" clId="{75A18DB6-7B78-464E-98A3-1341654012B4}" dt="2025-04-02T16:16:57.377" v="2842" actId="26606"/>
          <ac:spMkLst>
            <pc:docMk/>
            <pc:sldMk cId="3247973177" sldId="270"/>
            <ac:spMk id="69" creationId="{B791AD2C-CC88-4D7E-B1D6-1B29DC26C65C}"/>
          </ac:spMkLst>
        </pc:spChg>
        <pc:spChg chg="add del">
          <ac:chgData name="Syed, Taizeem ahmad (Student)" userId="3e6a0f2c-d438-4124-8ab8-d164813463eb" providerId="ADAL" clId="{75A18DB6-7B78-464E-98A3-1341654012B4}" dt="2025-04-02T16:16:57.377" v="2842" actId="26606"/>
          <ac:spMkLst>
            <pc:docMk/>
            <pc:sldMk cId="3247973177" sldId="270"/>
            <ac:spMk id="71" creationId="{263402C5-1FD9-4C00-B6E9-C7C0369C3C47}"/>
          </ac:spMkLst>
        </pc:spChg>
        <pc:spChg chg="add del">
          <ac:chgData name="Syed, Taizeem ahmad (Student)" userId="3e6a0f2c-d438-4124-8ab8-d164813463eb" providerId="ADAL" clId="{75A18DB6-7B78-464E-98A3-1341654012B4}" dt="2025-04-02T16:16:43.735" v="2834" actId="26606"/>
          <ac:spMkLst>
            <pc:docMk/>
            <pc:sldMk cId="3247973177" sldId="270"/>
            <ac:spMk id="76" creationId="{FBA3D995-9B63-41B8-8047-A9B719AAB691}"/>
          </ac:spMkLst>
        </pc:spChg>
        <pc:spChg chg="add del">
          <ac:chgData name="Syed, Taizeem ahmad (Student)" userId="3e6a0f2c-d438-4124-8ab8-d164813463eb" providerId="ADAL" clId="{75A18DB6-7B78-464E-98A3-1341654012B4}" dt="2025-04-02T16:16:43.735" v="2834" actId="26606"/>
          <ac:spMkLst>
            <pc:docMk/>
            <pc:sldMk cId="3247973177" sldId="270"/>
            <ac:spMk id="78" creationId="{5D386A20-DA28-40A4-99A3-2E17FE6406EB}"/>
          </ac:spMkLst>
        </pc:spChg>
        <pc:spChg chg="add del">
          <ac:chgData name="Syed, Taizeem ahmad (Student)" userId="3e6a0f2c-d438-4124-8ab8-d164813463eb" providerId="ADAL" clId="{75A18DB6-7B78-464E-98A3-1341654012B4}" dt="2025-04-02T16:16:51.141" v="2836" actId="26606"/>
          <ac:spMkLst>
            <pc:docMk/>
            <pc:sldMk cId="3247973177" sldId="270"/>
            <ac:spMk id="80" creationId="{263402C5-1FD9-4C00-B6E9-C7C0369C3C47}"/>
          </ac:spMkLst>
        </pc:spChg>
        <pc:spChg chg="add del">
          <ac:chgData name="Syed, Taizeem ahmad (Student)" userId="3e6a0f2c-d438-4124-8ab8-d164813463eb" providerId="ADAL" clId="{75A18DB6-7B78-464E-98A3-1341654012B4}" dt="2025-04-02T16:16:51.141" v="2836" actId="26606"/>
          <ac:spMkLst>
            <pc:docMk/>
            <pc:sldMk cId="3247973177" sldId="270"/>
            <ac:spMk id="81" creationId="{32CA806D-F450-4F6B-9FF3-EB0171662FBC}"/>
          </ac:spMkLst>
        </pc:spChg>
        <pc:spChg chg="add del">
          <ac:chgData name="Syed, Taizeem ahmad (Student)" userId="3e6a0f2c-d438-4124-8ab8-d164813463eb" providerId="ADAL" clId="{75A18DB6-7B78-464E-98A3-1341654012B4}" dt="2025-04-02T16:16:51.141" v="2836" actId="26606"/>
          <ac:spMkLst>
            <pc:docMk/>
            <pc:sldMk cId="3247973177" sldId="270"/>
            <ac:spMk id="82" creationId="{B791AD2C-CC88-4D7E-B1D6-1B29DC26C65C}"/>
          </ac:spMkLst>
        </pc:spChg>
        <pc:spChg chg="add del">
          <ac:chgData name="Syed, Taizeem ahmad (Student)" userId="3e6a0f2c-d438-4124-8ab8-d164813463eb" providerId="ADAL" clId="{75A18DB6-7B78-464E-98A3-1341654012B4}" dt="2025-04-02T16:16:54.236" v="2839" actId="26606"/>
          <ac:spMkLst>
            <pc:docMk/>
            <pc:sldMk cId="3247973177" sldId="270"/>
            <ac:spMk id="84" creationId="{930BC020-BDBF-49EB-9898-BAB5BF559317}"/>
          </ac:spMkLst>
        </pc:spChg>
        <pc:spChg chg="add del">
          <ac:chgData name="Syed, Taizeem ahmad (Student)" userId="3e6a0f2c-d438-4124-8ab8-d164813463eb" providerId="ADAL" clId="{75A18DB6-7B78-464E-98A3-1341654012B4}" dt="2025-04-02T16:16:54.236" v="2839" actId="26606"/>
          <ac:spMkLst>
            <pc:docMk/>
            <pc:sldMk cId="3247973177" sldId="270"/>
            <ac:spMk id="85" creationId="{64950C64-5D81-40F1-9601-8BA0D63BAE74}"/>
          </ac:spMkLst>
        </pc:spChg>
        <pc:spChg chg="add del">
          <ac:chgData name="Syed, Taizeem ahmad (Student)" userId="3e6a0f2c-d438-4124-8ab8-d164813463eb" providerId="ADAL" clId="{75A18DB6-7B78-464E-98A3-1341654012B4}" dt="2025-04-02T16:16:57.369" v="2841" actId="26606"/>
          <ac:spMkLst>
            <pc:docMk/>
            <pc:sldMk cId="3247973177" sldId="270"/>
            <ac:spMk id="87" creationId="{65B34324-8F10-4614-BFE4-2E3C7F3E174D}"/>
          </ac:spMkLst>
        </pc:spChg>
        <pc:spChg chg="add del">
          <ac:chgData name="Syed, Taizeem ahmad (Student)" userId="3e6a0f2c-d438-4124-8ab8-d164813463eb" providerId="ADAL" clId="{75A18DB6-7B78-464E-98A3-1341654012B4}" dt="2025-04-02T16:16:57.369" v="2841" actId="26606"/>
          <ac:spMkLst>
            <pc:docMk/>
            <pc:sldMk cId="3247973177" sldId="270"/>
            <ac:spMk id="88" creationId="{23E952EC-AFF6-4197-9272-C0D7C0F5697D}"/>
          </ac:spMkLst>
        </pc:spChg>
        <pc:spChg chg="add del">
          <ac:chgData name="Syed, Taizeem ahmad (Student)" userId="3e6a0f2c-d438-4124-8ab8-d164813463eb" providerId="ADAL" clId="{75A18DB6-7B78-464E-98A3-1341654012B4}" dt="2025-04-02T16:16:57.369" v="2841" actId="26606"/>
          <ac:spMkLst>
            <pc:docMk/>
            <pc:sldMk cId="3247973177" sldId="270"/>
            <ac:spMk id="89" creationId="{D09AAB66-CD8D-477A-A21A-2105E6D82B84}"/>
          </ac:spMkLst>
        </pc:spChg>
        <pc:spChg chg="add del">
          <ac:chgData name="Syed, Taizeem ahmad (Student)" userId="3e6a0f2c-d438-4124-8ab8-d164813463eb" providerId="ADAL" clId="{75A18DB6-7B78-464E-98A3-1341654012B4}" dt="2025-04-02T16:16:57.369" v="2841" actId="26606"/>
          <ac:spMkLst>
            <pc:docMk/>
            <pc:sldMk cId="3247973177" sldId="270"/>
            <ac:spMk id="90" creationId="{46A326B9-FD78-4195-A659-95DAFC1DDB9F}"/>
          </ac:spMkLst>
        </pc:spChg>
        <pc:spChg chg="add del">
          <ac:chgData name="Syed, Taizeem ahmad (Student)" userId="3e6a0f2c-d438-4124-8ab8-d164813463eb" providerId="ADAL" clId="{75A18DB6-7B78-464E-98A3-1341654012B4}" dt="2025-04-02T16:16:57.369" v="2841" actId="26606"/>
          <ac:spMkLst>
            <pc:docMk/>
            <pc:sldMk cId="3247973177" sldId="270"/>
            <ac:spMk id="91" creationId="{13DAFF6B-5BEC-4153-93E9-6B735BC19C2F}"/>
          </ac:spMkLst>
        </pc:spChg>
        <pc:spChg chg="add del">
          <ac:chgData name="Syed, Taizeem ahmad (Student)" userId="3e6a0f2c-d438-4124-8ab8-d164813463eb" providerId="ADAL" clId="{75A18DB6-7B78-464E-98A3-1341654012B4}" dt="2025-04-02T16:17:32.752" v="2848" actId="26606"/>
          <ac:spMkLst>
            <pc:docMk/>
            <pc:sldMk cId="3247973177" sldId="270"/>
            <ac:spMk id="93" creationId="{1660E788-AFA9-4A1B-9991-6AA74632A15B}"/>
          </ac:spMkLst>
        </pc:spChg>
        <pc:spChg chg="add del">
          <ac:chgData name="Syed, Taizeem ahmad (Student)" userId="3e6a0f2c-d438-4124-8ab8-d164813463eb" providerId="ADAL" clId="{75A18DB6-7B78-464E-98A3-1341654012B4}" dt="2025-04-02T16:17:32.752" v="2848" actId="26606"/>
          <ac:spMkLst>
            <pc:docMk/>
            <pc:sldMk cId="3247973177" sldId="270"/>
            <ac:spMk id="94" creationId="{867D4867-5BA7-4462-B2F6-A23F4A622AA7}"/>
          </ac:spMkLst>
        </pc:spChg>
        <pc:spChg chg="add del">
          <ac:chgData name="Syed, Taizeem ahmad (Student)" userId="3e6a0f2c-d438-4124-8ab8-d164813463eb" providerId="ADAL" clId="{75A18DB6-7B78-464E-98A3-1341654012B4}" dt="2025-04-02T16:17:32.752" v="2847" actId="26606"/>
          <ac:spMkLst>
            <pc:docMk/>
            <pc:sldMk cId="3247973177" sldId="270"/>
            <ac:spMk id="99" creationId="{FBA3D995-9B63-41B8-8047-A9B719AAB691}"/>
          </ac:spMkLst>
        </pc:spChg>
        <pc:spChg chg="add del">
          <ac:chgData name="Syed, Taizeem ahmad (Student)" userId="3e6a0f2c-d438-4124-8ab8-d164813463eb" providerId="ADAL" clId="{75A18DB6-7B78-464E-98A3-1341654012B4}" dt="2025-04-02T16:17:32.752" v="2847" actId="26606"/>
          <ac:spMkLst>
            <pc:docMk/>
            <pc:sldMk cId="3247973177" sldId="270"/>
            <ac:spMk id="101" creationId="{5D386A20-DA28-40A4-99A3-2E17FE6406EB}"/>
          </ac:spMkLst>
        </pc:spChg>
        <pc:spChg chg="add del">
          <ac:chgData name="Syed, Taizeem ahmad (Student)" userId="3e6a0f2c-d438-4124-8ab8-d164813463eb" providerId="ADAL" clId="{75A18DB6-7B78-464E-98A3-1341654012B4}" dt="2025-04-02T16:18:37.667" v="2861" actId="26606"/>
          <ac:spMkLst>
            <pc:docMk/>
            <pc:sldMk cId="3247973177" sldId="270"/>
            <ac:spMk id="103" creationId="{B71B4DA9-D3C1-4F64-AFD9-1E061FA9916E}"/>
          </ac:spMkLst>
        </pc:spChg>
        <pc:spChg chg="add del">
          <ac:chgData name="Syed, Taizeem ahmad (Student)" userId="3e6a0f2c-d438-4124-8ab8-d164813463eb" providerId="ADAL" clId="{75A18DB6-7B78-464E-98A3-1341654012B4}" dt="2025-04-02T16:18:37.667" v="2861" actId="26606"/>
          <ac:spMkLst>
            <pc:docMk/>
            <pc:sldMk cId="3247973177" sldId="270"/>
            <ac:spMk id="104" creationId="{643FDCD5-BCCF-4D9B-B99C-67F71C78735F}"/>
          </ac:spMkLst>
        </pc:spChg>
        <pc:spChg chg="add del">
          <ac:chgData name="Syed, Taizeem ahmad (Student)" userId="3e6a0f2c-d438-4124-8ab8-d164813463eb" providerId="ADAL" clId="{75A18DB6-7B78-464E-98A3-1341654012B4}" dt="2025-04-02T16:18:37.667" v="2861" actId="26606"/>
          <ac:spMkLst>
            <pc:docMk/>
            <pc:sldMk cId="3247973177" sldId="270"/>
            <ac:spMk id="105" creationId="{E9B84F0D-BC6C-43F8-8E8A-14888CAEB41A}"/>
          </ac:spMkLst>
        </pc:spChg>
        <pc:spChg chg="add del">
          <ac:chgData name="Syed, Taizeem ahmad (Student)" userId="3e6a0f2c-d438-4124-8ab8-d164813463eb" providerId="ADAL" clId="{75A18DB6-7B78-464E-98A3-1341654012B4}" dt="2025-04-02T16:18:37.667" v="2861" actId="26606"/>
          <ac:spMkLst>
            <pc:docMk/>
            <pc:sldMk cId="3247973177" sldId="270"/>
            <ac:spMk id="106" creationId="{029C2760-7C90-4A4F-A311-7BFF9CAD7403}"/>
          </ac:spMkLst>
        </pc:spChg>
        <pc:spChg chg="add del">
          <ac:chgData name="Syed, Taizeem ahmad (Student)" userId="3e6a0f2c-d438-4124-8ab8-d164813463eb" providerId="ADAL" clId="{75A18DB6-7B78-464E-98A3-1341654012B4}" dt="2025-04-02T16:18:37.667" v="2861" actId="26606"/>
          <ac:spMkLst>
            <pc:docMk/>
            <pc:sldMk cId="3247973177" sldId="270"/>
            <ac:spMk id="107" creationId="{7EC24610-41AA-4D70-8447-AC20769DFB8A}"/>
          </ac:spMkLst>
        </pc:spChg>
        <pc:spChg chg="add del">
          <ac:chgData name="Syed, Taizeem ahmad (Student)" userId="3e6a0f2c-d438-4124-8ab8-d164813463eb" providerId="ADAL" clId="{75A18DB6-7B78-464E-98A3-1341654012B4}" dt="2025-04-02T16:22:14.611" v="2907" actId="26606"/>
          <ac:spMkLst>
            <pc:docMk/>
            <pc:sldMk cId="3247973177" sldId="270"/>
            <ac:spMk id="112" creationId="{32CA806D-F450-4F6B-9FF3-EB0171662FBC}"/>
          </ac:spMkLst>
        </pc:spChg>
        <pc:spChg chg="add del">
          <ac:chgData name="Syed, Taizeem ahmad (Student)" userId="3e6a0f2c-d438-4124-8ab8-d164813463eb" providerId="ADAL" clId="{75A18DB6-7B78-464E-98A3-1341654012B4}" dt="2025-04-02T16:22:14.611" v="2907" actId="26606"/>
          <ac:spMkLst>
            <pc:docMk/>
            <pc:sldMk cId="3247973177" sldId="270"/>
            <ac:spMk id="114" creationId="{B791AD2C-CC88-4D7E-B1D6-1B29DC26C65C}"/>
          </ac:spMkLst>
        </pc:spChg>
        <pc:spChg chg="add del">
          <ac:chgData name="Syed, Taizeem ahmad (Student)" userId="3e6a0f2c-d438-4124-8ab8-d164813463eb" providerId="ADAL" clId="{75A18DB6-7B78-464E-98A3-1341654012B4}" dt="2025-04-02T16:22:14.611" v="2907" actId="26606"/>
          <ac:spMkLst>
            <pc:docMk/>
            <pc:sldMk cId="3247973177" sldId="270"/>
            <ac:spMk id="116" creationId="{263402C5-1FD9-4C00-B6E9-C7C0369C3C47}"/>
          </ac:spMkLst>
        </pc:spChg>
        <pc:spChg chg="add del">
          <ac:chgData name="Syed, Taizeem ahmad (Student)" userId="3e6a0f2c-d438-4124-8ab8-d164813463eb" providerId="ADAL" clId="{75A18DB6-7B78-464E-98A3-1341654012B4}" dt="2025-04-02T16:22:14.596" v="2906" actId="26606"/>
          <ac:spMkLst>
            <pc:docMk/>
            <pc:sldMk cId="3247973177" sldId="270"/>
            <ac:spMk id="121" creationId="{32CA806D-F450-4F6B-9FF3-EB0171662FBC}"/>
          </ac:spMkLst>
        </pc:spChg>
        <pc:spChg chg="add del">
          <ac:chgData name="Syed, Taizeem ahmad (Student)" userId="3e6a0f2c-d438-4124-8ab8-d164813463eb" providerId="ADAL" clId="{75A18DB6-7B78-464E-98A3-1341654012B4}" dt="2025-04-02T16:22:14.596" v="2906" actId="26606"/>
          <ac:spMkLst>
            <pc:docMk/>
            <pc:sldMk cId="3247973177" sldId="270"/>
            <ac:spMk id="123" creationId="{B791AD2C-CC88-4D7E-B1D6-1B29DC26C65C}"/>
          </ac:spMkLst>
        </pc:spChg>
        <pc:spChg chg="add del">
          <ac:chgData name="Syed, Taizeem ahmad (Student)" userId="3e6a0f2c-d438-4124-8ab8-d164813463eb" providerId="ADAL" clId="{75A18DB6-7B78-464E-98A3-1341654012B4}" dt="2025-04-02T16:22:14.596" v="2906" actId="26606"/>
          <ac:spMkLst>
            <pc:docMk/>
            <pc:sldMk cId="3247973177" sldId="270"/>
            <ac:spMk id="125" creationId="{263402C5-1FD9-4C00-B6E9-C7C0369C3C47}"/>
          </ac:spMkLst>
        </pc:spChg>
        <pc:spChg chg="add del">
          <ac:chgData name="Syed, Taizeem ahmad (Student)" userId="3e6a0f2c-d438-4124-8ab8-d164813463eb" providerId="ADAL" clId="{75A18DB6-7B78-464E-98A3-1341654012B4}" dt="2025-04-02T16:22:31.417" v="2912" actId="26606"/>
          <ac:spMkLst>
            <pc:docMk/>
            <pc:sldMk cId="3247973177" sldId="270"/>
            <ac:spMk id="127" creationId="{FBA3D995-9B63-41B8-8047-A9B719AAB691}"/>
          </ac:spMkLst>
        </pc:spChg>
        <pc:spChg chg="add del">
          <ac:chgData name="Syed, Taizeem ahmad (Student)" userId="3e6a0f2c-d438-4124-8ab8-d164813463eb" providerId="ADAL" clId="{75A18DB6-7B78-464E-98A3-1341654012B4}" dt="2025-04-02T16:22:31.417" v="2912" actId="26606"/>
          <ac:spMkLst>
            <pc:docMk/>
            <pc:sldMk cId="3247973177" sldId="270"/>
            <ac:spMk id="128" creationId="{5D386A20-DA28-40A4-99A3-2E17FE6406EB}"/>
          </ac:spMkLst>
        </pc:spChg>
        <pc:spChg chg="add">
          <ac:chgData name="Syed, Taizeem ahmad (Student)" userId="3e6a0f2c-d438-4124-8ab8-d164813463eb" providerId="ADAL" clId="{75A18DB6-7B78-464E-98A3-1341654012B4}" dt="2025-04-02T16:22:31.417" v="2912" actId="26606"/>
          <ac:spMkLst>
            <pc:docMk/>
            <pc:sldMk cId="3247973177" sldId="270"/>
            <ac:spMk id="133" creationId="{32CA806D-F450-4F6B-9FF3-EB0171662FBC}"/>
          </ac:spMkLst>
        </pc:spChg>
        <pc:spChg chg="add">
          <ac:chgData name="Syed, Taizeem ahmad (Student)" userId="3e6a0f2c-d438-4124-8ab8-d164813463eb" providerId="ADAL" clId="{75A18DB6-7B78-464E-98A3-1341654012B4}" dt="2025-04-02T16:22:31.417" v="2912" actId="26606"/>
          <ac:spMkLst>
            <pc:docMk/>
            <pc:sldMk cId="3247973177" sldId="270"/>
            <ac:spMk id="135" creationId="{B791AD2C-CC88-4D7E-B1D6-1B29DC26C65C}"/>
          </ac:spMkLst>
        </pc:spChg>
        <pc:spChg chg="add">
          <ac:chgData name="Syed, Taizeem ahmad (Student)" userId="3e6a0f2c-d438-4124-8ab8-d164813463eb" providerId="ADAL" clId="{75A18DB6-7B78-464E-98A3-1341654012B4}" dt="2025-04-02T16:22:31.417" v="2912" actId="26606"/>
          <ac:spMkLst>
            <pc:docMk/>
            <pc:sldMk cId="3247973177" sldId="270"/>
            <ac:spMk id="137" creationId="{263402C5-1FD9-4C00-B6E9-C7C0369C3C47}"/>
          </ac:spMkLst>
        </pc:spChg>
        <pc:graphicFrameChg chg="add del">
          <ac:chgData name="Syed, Taizeem ahmad (Student)" userId="3e6a0f2c-d438-4124-8ab8-d164813463eb" providerId="ADAL" clId="{75A18DB6-7B78-464E-98A3-1341654012B4}" dt="2025-04-02T16:12:04.013" v="2745" actId="26606"/>
          <ac:graphicFrameMkLst>
            <pc:docMk/>
            <pc:sldMk cId="3247973177" sldId="270"/>
            <ac:graphicFrameMk id="29" creationId="{BBC4CD66-ACB0-B95D-F92F-65B31E84372B}"/>
          </ac:graphicFrameMkLst>
        </pc:graphicFrameChg>
        <pc:picChg chg="add mod ord">
          <ac:chgData name="Syed, Taizeem ahmad (Student)" userId="3e6a0f2c-d438-4124-8ab8-d164813463eb" providerId="ADAL" clId="{75A18DB6-7B78-464E-98A3-1341654012B4}" dt="2025-04-02T16:22:31.417" v="2912" actId="26606"/>
          <ac:picMkLst>
            <pc:docMk/>
            <pc:sldMk cId="3247973177" sldId="270"/>
            <ac:picMk id="6" creationId="{7DEF5EBC-3A30-1B12-190C-4A8FD5A5F542}"/>
          </ac:picMkLst>
        </pc:picChg>
        <pc:picChg chg="del">
          <ac:chgData name="Syed, Taizeem ahmad (Student)" userId="3e6a0f2c-d438-4124-8ab8-d164813463eb" providerId="ADAL" clId="{75A18DB6-7B78-464E-98A3-1341654012B4}" dt="2025-04-02T15:39:03.415" v="2634" actId="21"/>
          <ac:picMkLst>
            <pc:docMk/>
            <pc:sldMk cId="3247973177" sldId="270"/>
            <ac:picMk id="8" creationId="{24E4C823-92AC-C0E6-FDC3-44C94B581E0C}"/>
          </ac:picMkLst>
        </pc:picChg>
        <pc:picChg chg="del">
          <ac:chgData name="Syed, Taizeem ahmad (Student)" userId="3e6a0f2c-d438-4124-8ab8-d164813463eb" providerId="ADAL" clId="{75A18DB6-7B78-464E-98A3-1341654012B4}" dt="2025-04-02T15:39:17.691" v="2638" actId="21"/>
          <ac:picMkLst>
            <pc:docMk/>
            <pc:sldMk cId="3247973177" sldId="270"/>
            <ac:picMk id="9" creationId="{69F25D4B-FAA0-AA69-F04E-8C038FBC6CD3}"/>
          </ac:picMkLst>
        </pc:picChg>
        <pc:picChg chg="add mod ord">
          <ac:chgData name="Syed, Taizeem ahmad (Student)" userId="3e6a0f2c-d438-4124-8ab8-d164813463eb" providerId="ADAL" clId="{75A18DB6-7B78-464E-98A3-1341654012B4}" dt="2025-04-02T16:22:31.417" v="2912" actId="26606"/>
          <ac:picMkLst>
            <pc:docMk/>
            <pc:sldMk cId="3247973177" sldId="270"/>
            <ac:picMk id="11" creationId="{0591DF55-2165-D585-9720-BD010E473EFE}"/>
          </ac:picMkLst>
        </pc:picChg>
        <pc:picChg chg="add mod ord">
          <ac:chgData name="Syed, Taizeem ahmad (Student)" userId="3e6a0f2c-d438-4124-8ab8-d164813463eb" providerId="ADAL" clId="{75A18DB6-7B78-464E-98A3-1341654012B4}" dt="2025-04-02T16:22:31.417" v="2912" actId="26606"/>
          <ac:picMkLst>
            <pc:docMk/>
            <pc:sldMk cId="3247973177" sldId="270"/>
            <ac:picMk id="15" creationId="{DCCC99FD-3AED-E5D2-DDAD-D765BAA09020}"/>
          </ac:picMkLst>
        </pc:picChg>
        <pc:picChg chg="add mod ord">
          <ac:chgData name="Syed, Taizeem ahmad (Student)" userId="3e6a0f2c-d438-4124-8ab8-d164813463eb" providerId="ADAL" clId="{75A18DB6-7B78-464E-98A3-1341654012B4}" dt="2025-04-02T18:09:17.108" v="3472" actId="1076"/>
          <ac:picMkLst>
            <pc:docMk/>
            <pc:sldMk cId="3247973177" sldId="270"/>
            <ac:picMk id="20" creationId="{ABB823C3-DF3E-1848-D10B-2871564F1F95}"/>
          </ac:picMkLst>
        </pc:picChg>
      </pc:sldChg>
      <pc:sldChg chg="delSp modSp add mod">
        <pc:chgData name="Syed, Taizeem ahmad (Student)" userId="3e6a0f2c-d438-4124-8ab8-d164813463eb" providerId="ADAL" clId="{75A18DB6-7B78-464E-98A3-1341654012B4}" dt="2025-04-02T19:25:13.306" v="4023" actId="113"/>
        <pc:sldMkLst>
          <pc:docMk/>
          <pc:sldMk cId="3145558527" sldId="271"/>
        </pc:sldMkLst>
        <pc:spChg chg="mod">
          <ac:chgData name="Syed, Taizeem ahmad (Student)" userId="3e6a0f2c-d438-4124-8ab8-d164813463eb" providerId="ADAL" clId="{75A18DB6-7B78-464E-98A3-1341654012B4}" dt="2025-04-02T18:03:09.093" v="3440" actId="14100"/>
          <ac:spMkLst>
            <pc:docMk/>
            <pc:sldMk cId="3145558527" sldId="271"/>
            <ac:spMk id="2" creationId="{BA0F86F4-BB73-6499-333F-14648A470039}"/>
          </ac:spMkLst>
        </pc:spChg>
        <pc:spChg chg="del mod">
          <ac:chgData name="Syed, Taizeem ahmad (Student)" userId="3e6a0f2c-d438-4124-8ab8-d164813463eb" providerId="ADAL" clId="{75A18DB6-7B78-464E-98A3-1341654012B4}" dt="2025-04-02T16:49:27.220" v="3048" actId="478"/>
          <ac:spMkLst>
            <pc:docMk/>
            <pc:sldMk cId="3145558527" sldId="271"/>
            <ac:spMk id="14" creationId="{9095EDE6-F869-F115-3169-53A84D816022}"/>
          </ac:spMkLst>
        </pc:spChg>
        <pc:spChg chg="mod">
          <ac:chgData name="Syed, Taizeem ahmad (Student)" userId="3e6a0f2c-d438-4124-8ab8-d164813463eb" providerId="ADAL" clId="{75A18DB6-7B78-464E-98A3-1341654012B4}" dt="2025-04-02T19:25:13.306" v="4023" actId="113"/>
          <ac:spMkLst>
            <pc:docMk/>
            <pc:sldMk cId="3145558527" sldId="271"/>
            <ac:spMk id="62" creationId="{97376B72-5E64-2ABA-2355-01E9384AA70E}"/>
          </ac:spMkLst>
        </pc:spChg>
        <pc:picChg chg="mod">
          <ac:chgData name="Syed, Taizeem ahmad (Student)" userId="3e6a0f2c-d438-4124-8ab8-d164813463eb" providerId="ADAL" clId="{75A18DB6-7B78-464E-98A3-1341654012B4}" dt="2025-04-02T17:45:04.131" v="3432" actId="14100"/>
          <ac:picMkLst>
            <pc:docMk/>
            <pc:sldMk cId="3145558527" sldId="271"/>
            <ac:picMk id="6" creationId="{118DB3A7-01B2-3E2C-F042-4C612B1438F6}"/>
          </ac:picMkLst>
        </pc:picChg>
        <pc:picChg chg="mod">
          <ac:chgData name="Syed, Taizeem ahmad (Student)" userId="3e6a0f2c-d438-4124-8ab8-d164813463eb" providerId="ADAL" clId="{75A18DB6-7B78-464E-98A3-1341654012B4}" dt="2025-04-02T17:45:18.943" v="3438" actId="1076"/>
          <ac:picMkLst>
            <pc:docMk/>
            <pc:sldMk cId="3145558527" sldId="271"/>
            <ac:picMk id="11" creationId="{278A111B-CBD1-6E12-2B1B-6A6F43D13F48}"/>
          </ac:picMkLst>
        </pc:picChg>
        <pc:picChg chg="mod">
          <ac:chgData name="Syed, Taizeem ahmad (Student)" userId="3e6a0f2c-d438-4124-8ab8-d164813463eb" providerId="ADAL" clId="{75A18DB6-7B78-464E-98A3-1341654012B4}" dt="2025-04-02T17:45:12.344" v="3436" actId="14100"/>
          <ac:picMkLst>
            <pc:docMk/>
            <pc:sldMk cId="3145558527" sldId="271"/>
            <ac:picMk id="15" creationId="{A60D74F1-BF7F-F510-D5FC-B76D57299057}"/>
          </ac:picMkLst>
        </pc:picChg>
        <pc:picChg chg="mod">
          <ac:chgData name="Syed, Taizeem ahmad (Student)" userId="3e6a0f2c-d438-4124-8ab8-d164813463eb" providerId="ADAL" clId="{75A18DB6-7B78-464E-98A3-1341654012B4}" dt="2025-04-02T17:45:07.426" v="3433" actId="14100"/>
          <ac:picMkLst>
            <pc:docMk/>
            <pc:sldMk cId="3145558527" sldId="271"/>
            <ac:picMk id="20" creationId="{CFA62A62-59AE-C917-1C65-EEAA5EFF3031}"/>
          </ac:picMkLst>
        </pc:picChg>
      </pc:sldChg>
      <pc:sldChg chg="addSp delSp modSp new mod setBg">
        <pc:chgData name="Syed, Taizeem ahmad (Student)" userId="3e6a0f2c-d438-4124-8ab8-d164813463eb" providerId="ADAL" clId="{75A18DB6-7B78-464E-98A3-1341654012B4}" dt="2025-04-02T20:31:52.546" v="4095" actId="1076"/>
        <pc:sldMkLst>
          <pc:docMk/>
          <pc:sldMk cId="1742316738" sldId="272"/>
        </pc:sldMkLst>
        <pc:spChg chg="mod">
          <ac:chgData name="Syed, Taizeem ahmad (Student)" userId="3e6a0f2c-d438-4124-8ab8-d164813463eb" providerId="ADAL" clId="{75A18DB6-7B78-464E-98A3-1341654012B4}" dt="2025-04-02T19:23:23.656" v="4021" actId="1076"/>
          <ac:spMkLst>
            <pc:docMk/>
            <pc:sldMk cId="1742316738" sldId="272"/>
            <ac:spMk id="2" creationId="{D6BBC20D-EFB3-ED19-2A78-3C6B7F87EEF0}"/>
          </ac:spMkLst>
        </pc:spChg>
        <pc:spChg chg="del">
          <ac:chgData name="Syed, Taizeem ahmad (Student)" userId="3e6a0f2c-d438-4124-8ab8-d164813463eb" providerId="ADAL" clId="{75A18DB6-7B78-464E-98A3-1341654012B4}" dt="2025-04-02T18:43:54.581" v="3522" actId="478"/>
          <ac:spMkLst>
            <pc:docMk/>
            <pc:sldMk cId="1742316738" sldId="272"/>
            <ac:spMk id="3" creationId="{3DD7BD59-F065-0A36-95FC-91CDF4E3B07F}"/>
          </ac:spMkLst>
        </pc:spChg>
        <pc:spChg chg="add mod">
          <ac:chgData name="Syed, Taizeem ahmad (Student)" userId="3e6a0f2c-d438-4124-8ab8-d164813463eb" providerId="ADAL" clId="{75A18DB6-7B78-464E-98A3-1341654012B4}" dt="2025-04-02T19:10:29.011" v="3981" actId="12"/>
          <ac:spMkLst>
            <pc:docMk/>
            <pc:sldMk cId="1742316738" sldId="272"/>
            <ac:spMk id="4" creationId="{F600653A-3A7F-5203-6F0E-76F51E5E9A35}"/>
          </ac:spMkLst>
        </pc:spChg>
        <pc:spChg chg="add del mod">
          <ac:chgData name="Syed, Taizeem ahmad (Student)" userId="3e6a0f2c-d438-4124-8ab8-d164813463eb" providerId="ADAL" clId="{75A18DB6-7B78-464E-98A3-1341654012B4}" dt="2025-04-02T18:52:45.479" v="3633"/>
          <ac:spMkLst>
            <pc:docMk/>
            <pc:sldMk cId="1742316738" sldId="272"/>
            <ac:spMk id="5" creationId="{F7F593BD-5D2F-5F0D-00AE-3EDF1E38F703}"/>
          </ac:spMkLst>
        </pc:spChg>
        <pc:spChg chg="add del mod">
          <ac:chgData name="Syed, Taizeem ahmad (Student)" userId="3e6a0f2c-d438-4124-8ab8-d164813463eb" providerId="ADAL" clId="{75A18DB6-7B78-464E-98A3-1341654012B4}" dt="2025-04-02T18:52:45.479" v="3631" actId="478"/>
          <ac:spMkLst>
            <pc:docMk/>
            <pc:sldMk cId="1742316738" sldId="272"/>
            <ac:spMk id="6" creationId="{D4F226E4-62E0-C8FA-839D-32AE532477C7}"/>
          </ac:spMkLst>
        </pc:spChg>
        <pc:spChg chg="add mod">
          <ac:chgData name="Syed, Taizeem ahmad (Student)" userId="3e6a0f2c-d438-4124-8ab8-d164813463eb" providerId="ADAL" clId="{75A18DB6-7B78-464E-98A3-1341654012B4}" dt="2025-04-02T18:47:06.685" v="3587" actId="767"/>
          <ac:spMkLst>
            <pc:docMk/>
            <pc:sldMk cId="1742316738" sldId="272"/>
            <ac:spMk id="7" creationId="{03A294E0-7D8C-00A6-27FD-692A15DB7445}"/>
          </ac:spMkLst>
        </pc:spChg>
        <pc:spChg chg="add">
          <ac:chgData name="Syed, Taizeem ahmad (Student)" userId="3e6a0f2c-d438-4124-8ab8-d164813463eb" providerId="ADAL" clId="{75A18DB6-7B78-464E-98A3-1341654012B4}" dt="2025-04-02T18:47:07.757" v="3588"/>
          <ac:spMkLst>
            <pc:docMk/>
            <pc:sldMk cId="1742316738" sldId="272"/>
            <ac:spMk id="8" creationId="{2CEF0353-BAC8-CF3C-E1EE-2D89B1F61364}"/>
          </ac:spMkLst>
        </pc:spChg>
        <pc:spChg chg="add">
          <ac:chgData name="Syed, Taizeem ahmad (Student)" userId="3e6a0f2c-d438-4124-8ab8-d164813463eb" providerId="ADAL" clId="{75A18DB6-7B78-464E-98A3-1341654012B4}" dt="2025-04-02T18:47:22.557" v="3590"/>
          <ac:spMkLst>
            <pc:docMk/>
            <pc:sldMk cId="1742316738" sldId="272"/>
            <ac:spMk id="9" creationId="{D6CBF019-4A48-2BDA-108B-E402CC1C1CE9}"/>
          </ac:spMkLst>
        </pc:spChg>
        <pc:spChg chg="add del mod">
          <ac:chgData name="Syed, Taizeem ahmad (Student)" userId="3e6a0f2c-d438-4124-8ab8-d164813463eb" providerId="ADAL" clId="{75A18DB6-7B78-464E-98A3-1341654012B4}" dt="2025-04-02T19:07:39.723" v="3950"/>
          <ac:spMkLst>
            <pc:docMk/>
            <pc:sldMk cId="1742316738" sldId="272"/>
            <ac:spMk id="12" creationId="{66E7A3D6-B949-8B93-7256-F7646B50FC47}"/>
          </ac:spMkLst>
        </pc:spChg>
        <pc:spChg chg="add del">
          <ac:chgData name="Syed, Taizeem ahmad (Student)" userId="3e6a0f2c-d438-4124-8ab8-d164813463eb" providerId="ADAL" clId="{75A18DB6-7B78-464E-98A3-1341654012B4}" dt="2025-04-02T18:57:27.244" v="3722" actId="26606"/>
          <ac:spMkLst>
            <pc:docMk/>
            <pc:sldMk cId="1742316738" sldId="272"/>
            <ac:spMk id="13" creationId="{879398A9-0D0D-4901-BDDF-B3D93CECA7B9}"/>
          </ac:spMkLst>
        </pc:spChg>
        <pc:spChg chg="add del">
          <ac:chgData name="Syed, Taizeem ahmad (Student)" userId="3e6a0f2c-d438-4124-8ab8-d164813463eb" providerId="ADAL" clId="{75A18DB6-7B78-464E-98A3-1341654012B4}" dt="2025-04-02T18:57:27.244" v="3722" actId="26606"/>
          <ac:spMkLst>
            <pc:docMk/>
            <pc:sldMk cId="1742316738" sldId="272"/>
            <ac:spMk id="14" creationId="{011FEC3B-E514-4E21-B2CB-7903A73569E2}"/>
          </ac:spMkLst>
        </pc:spChg>
        <pc:spChg chg="add">
          <ac:chgData name="Syed, Taizeem ahmad (Student)" userId="3e6a0f2c-d438-4124-8ab8-d164813463eb" providerId="ADAL" clId="{75A18DB6-7B78-464E-98A3-1341654012B4}" dt="2025-04-02T18:57:29.368" v="3725" actId="26606"/>
          <ac:spMkLst>
            <pc:docMk/>
            <pc:sldMk cId="1742316738" sldId="272"/>
            <ac:spMk id="15" creationId="{879398A9-0D0D-4901-BDDF-B3D93CECA7B9}"/>
          </ac:spMkLst>
        </pc:spChg>
        <pc:spChg chg="add del">
          <ac:chgData name="Syed, Taizeem ahmad (Student)" userId="3e6a0f2c-d438-4124-8ab8-d164813463eb" providerId="ADAL" clId="{75A18DB6-7B78-464E-98A3-1341654012B4}" dt="2025-04-02T18:53:38.806" v="3642" actId="26606"/>
          <ac:spMkLst>
            <pc:docMk/>
            <pc:sldMk cId="1742316738" sldId="272"/>
            <ac:spMk id="16" creationId="{C966A4D4-049A-4389-B407-0E7091A07C8D}"/>
          </ac:spMkLst>
        </pc:spChg>
        <pc:spChg chg="add">
          <ac:chgData name="Syed, Taizeem ahmad (Student)" userId="3e6a0f2c-d438-4124-8ab8-d164813463eb" providerId="ADAL" clId="{75A18DB6-7B78-464E-98A3-1341654012B4}" dt="2025-04-02T18:57:29.368" v="3725" actId="26606"/>
          <ac:spMkLst>
            <pc:docMk/>
            <pc:sldMk cId="1742316738" sldId="272"/>
            <ac:spMk id="17" creationId="{011FEC3B-E514-4E21-B2CB-7903A73569E2}"/>
          </ac:spMkLst>
        </pc:spChg>
        <pc:spChg chg="add del">
          <ac:chgData name="Syed, Taizeem ahmad (Student)" userId="3e6a0f2c-d438-4124-8ab8-d164813463eb" providerId="ADAL" clId="{75A18DB6-7B78-464E-98A3-1341654012B4}" dt="2025-04-02T18:53:38.806" v="3642" actId="26606"/>
          <ac:spMkLst>
            <pc:docMk/>
            <pc:sldMk cId="1742316738" sldId="272"/>
            <ac:spMk id="18" creationId="{B5899359-8523-4D4D-B568-3FDFAF9821C7}"/>
          </ac:spMkLst>
        </pc:spChg>
        <pc:spChg chg="add mod">
          <ac:chgData name="Syed, Taizeem ahmad (Student)" userId="3e6a0f2c-d438-4124-8ab8-d164813463eb" providerId="ADAL" clId="{75A18DB6-7B78-464E-98A3-1341654012B4}" dt="2025-04-02T19:20:55.545" v="4000" actId="1076"/>
          <ac:spMkLst>
            <pc:docMk/>
            <pc:sldMk cId="1742316738" sldId="272"/>
            <ac:spMk id="19" creationId="{20B812DC-F339-49B1-AED6-277AC86BF5DF}"/>
          </ac:spMkLst>
        </pc:spChg>
        <pc:spChg chg="add del">
          <ac:chgData name="Syed, Taizeem ahmad (Student)" userId="3e6a0f2c-d438-4124-8ab8-d164813463eb" providerId="ADAL" clId="{75A18DB6-7B78-464E-98A3-1341654012B4}" dt="2025-04-02T18:53:38.806" v="3642" actId="26606"/>
          <ac:spMkLst>
            <pc:docMk/>
            <pc:sldMk cId="1742316738" sldId="272"/>
            <ac:spMk id="20" creationId="{2E9C9585-DA89-4D7E-BCDF-576461A1A2D9}"/>
          </ac:spMkLst>
        </pc:spChg>
        <pc:spChg chg="add mod">
          <ac:chgData name="Syed, Taizeem ahmad (Student)" userId="3e6a0f2c-d438-4124-8ab8-d164813463eb" providerId="ADAL" clId="{75A18DB6-7B78-464E-98A3-1341654012B4}" dt="2025-04-02T20:31:52.546" v="4095" actId="1076"/>
          <ac:spMkLst>
            <pc:docMk/>
            <pc:sldMk cId="1742316738" sldId="272"/>
            <ac:spMk id="21" creationId="{5049D08D-8255-B688-A8C0-09325433CE48}"/>
          </ac:spMkLst>
        </pc:spChg>
        <pc:spChg chg="add mod ord">
          <ac:chgData name="Syed, Taizeem ahmad (Student)" userId="3e6a0f2c-d438-4124-8ab8-d164813463eb" providerId="ADAL" clId="{75A18DB6-7B78-464E-98A3-1341654012B4}" dt="2025-04-02T19:22:27.625" v="4018" actId="171"/>
          <ac:spMkLst>
            <pc:docMk/>
            <pc:sldMk cId="1742316738" sldId="272"/>
            <ac:spMk id="24" creationId="{C1218D58-004F-9289-219A-4271D94EC29B}"/>
          </ac:spMkLst>
        </pc:spChg>
        <pc:picChg chg="add mod">
          <ac:chgData name="Syed, Taizeem ahmad (Student)" userId="3e6a0f2c-d438-4124-8ab8-d164813463eb" providerId="ADAL" clId="{75A18DB6-7B78-464E-98A3-1341654012B4}" dt="2025-04-02T19:21:30.118" v="4007" actId="1076"/>
          <ac:picMkLst>
            <pc:docMk/>
            <pc:sldMk cId="1742316738" sldId="272"/>
            <ac:picMk id="11" creationId="{C8341CF3-D91D-E5D6-7527-F8F729925504}"/>
          </ac:picMkLst>
        </pc:picChg>
        <pc:picChg chg="add mod">
          <ac:chgData name="Syed, Taizeem ahmad (Student)" userId="3e6a0f2c-d438-4124-8ab8-d164813463eb" providerId="ADAL" clId="{75A18DB6-7B78-464E-98A3-1341654012B4}" dt="2025-04-02T19:21:52.166" v="4013" actId="1076"/>
          <ac:picMkLst>
            <pc:docMk/>
            <pc:sldMk cId="1742316738" sldId="272"/>
            <ac:picMk id="23" creationId="{C70C9B9F-D810-3BC5-7271-06725F6800FC}"/>
          </ac:picMkLst>
        </pc:picChg>
      </pc:sldChg>
      <pc:sldChg chg="modSp add mod ord">
        <pc:chgData name="Syed, Taizeem ahmad (Student)" userId="3e6a0f2c-d438-4124-8ab8-d164813463eb" providerId="ADAL" clId="{75A18DB6-7B78-464E-98A3-1341654012B4}" dt="2025-04-02T20:32:21.080" v="4100" actId="1076"/>
        <pc:sldMkLst>
          <pc:docMk/>
          <pc:sldMk cId="3376516556" sldId="273"/>
        </pc:sldMkLst>
        <pc:spChg chg="mod">
          <ac:chgData name="Syed, Taizeem ahmad (Student)" userId="3e6a0f2c-d438-4124-8ab8-d164813463eb" providerId="ADAL" clId="{75A18DB6-7B78-464E-98A3-1341654012B4}" dt="2025-04-02T20:32:21.080" v="4100" actId="1076"/>
          <ac:spMkLst>
            <pc:docMk/>
            <pc:sldMk cId="3376516556" sldId="273"/>
            <ac:spMk id="2" creationId="{7624B7AE-7071-536B-CB52-13C98EE81A06}"/>
          </ac:spMkLst>
        </pc:spChg>
      </pc:sldChg>
      <pc:sldChg chg="addSp modSp new mod setBg">
        <pc:chgData name="Syed, Taizeem ahmad (Student)" userId="3e6a0f2c-d438-4124-8ab8-d164813463eb" providerId="ADAL" clId="{75A18DB6-7B78-464E-98A3-1341654012B4}" dt="2025-04-02T21:18:55.291" v="4640" actId="20577"/>
        <pc:sldMkLst>
          <pc:docMk/>
          <pc:sldMk cId="359603002" sldId="274"/>
        </pc:sldMkLst>
        <pc:spChg chg="mod">
          <ac:chgData name="Syed, Taizeem ahmad (Student)" userId="3e6a0f2c-d438-4124-8ab8-d164813463eb" providerId="ADAL" clId="{75A18DB6-7B78-464E-98A3-1341654012B4}" dt="2025-04-02T21:06:10.935" v="4344" actId="1076"/>
          <ac:spMkLst>
            <pc:docMk/>
            <pc:sldMk cId="359603002" sldId="274"/>
            <ac:spMk id="2" creationId="{E607D945-B671-4DA7-3F87-CEE9AF256308}"/>
          </ac:spMkLst>
        </pc:spChg>
        <pc:spChg chg="mod">
          <ac:chgData name="Syed, Taizeem ahmad (Student)" userId="3e6a0f2c-d438-4124-8ab8-d164813463eb" providerId="ADAL" clId="{75A18DB6-7B78-464E-98A3-1341654012B4}" dt="2025-04-02T21:09:00.172" v="4504" actId="14100"/>
          <ac:spMkLst>
            <pc:docMk/>
            <pc:sldMk cId="359603002" sldId="274"/>
            <ac:spMk id="3" creationId="{10CD8027-BE58-D694-85B6-CE11931680BC}"/>
          </ac:spMkLst>
        </pc:spChg>
        <pc:spChg chg="add mod">
          <ac:chgData name="Syed, Taizeem ahmad (Student)" userId="3e6a0f2c-d438-4124-8ab8-d164813463eb" providerId="ADAL" clId="{75A18DB6-7B78-464E-98A3-1341654012B4}" dt="2025-04-02T21:18:55.291" v="4640" actId="20577"/>
          <ac:spMkLst>
            <pc:docMk/>
            <pc:sldMk cId="359603002" sldId="274"/>
            <ac:spMk id="8" creationId="{ECC01CF0-31D5-F0E6-74D2-082F943052DC}"/>
          </ac:spMkLst>
        </pc:spChg>
        <pc:spChg chg="add">
          <ac:chgData name="Syed, Taizeem ahmad (Student)" userId="3e6a0f2c-d438-4124-8ab8-d164813463eb" providerId="ADAL" clId="{75A18DB6-7B78-464E-98A3-1341654012B4}" dt="2025-04-02T21:02:18.738" v="4319" actId="26606"/>
          <ac:spMkLst>
            <pc:docMk/>
            <pc:sldMk cId="359603002" sldId="274"/>
            <ac:spMk id="12" creationId="{E3BC0364-4B58-4841-A227-00A6A59E02C6}"/>
          </ac:spMkLst>
        </pc:spChg>
        <pc:spChg chg="add">
          <ac:chgData name="Syed, Taizeem ahmad (Student)" userId="3e6a0f2c-d438-4124-8ab8-d164813463eb" providerId="ADAL" clId="{75A18DB6-7B78-464E-98A3-1341654012B4}" dt="2025-04-02T21:02:18.738" v="4319" actId="26606"/>
          <ac:spMkLst>
            <pc:docMk/>
            <pc:sldMk cId="359603002" sldId="274"/>
            <ac:spMk id="14" creationId="{A029A1F4-D02D-48E4-9331-6870B23B4FAF}"/>
          </ac:spMkLst>
        </pc:spChg>
        <pc:spChg chg="add">
          <ac:chgData name="Syed, Taizeem ahmad (Student)" userId="3e6a0f2c-d438-4124-8ab8-d164813463eb" providerId="ADAL" clId="{75A18DB6-7B78-464E-98A3-1341654012B4}" dt="2025-04-02T21:02:18.738" v="4319" actId="26606"/>
          <ac:spMkLst>
            <pc:docMk/>
            <pc:sldMk cId="359603002" sldId="274"/>
            <ac:spMk id="16" creationId="{D06A8CF3-711E-4C63-9DD5-53A2696C0D6F}"/>
          </ac:spMkLst>
        </pc:spChg>
        <pc:picChg chg="add mod">
          <ac:chgData name="Syed, Taizeem ahmad (Student)" userId="3e6a0f2c-d438-4124-8ab8-d164813463eb" providerId="ADAL" clId="{75A18DB6-7B78-464E-98A3-1341654012B4}" dt="2025-04-02T21:04:02.177" v="4331" actId="1076"/>
          <ac:picMkLst>
            <pc:docMk/>
            <pc:sldMk cId="359603002" sldId="274"/>
            <ac:picMk id="5" creationId="{2E9B03C1-25D7-2BF7-0D7E-CB6AC887E60D}"/>
          </ac:picMkLst>
        </pc:picChg>
        <pc:picChg chg="add mod">
          <ac:chgData name="Syed, Taizeem ahmad (Student)" userId="3e6a0f2c-d438-4124-8ab8-d164813463eb" providerId="ADAL" clId="{75A18DB6-7B78-464E-98A3-1341654012B4}" dt="2025-04-02T21:04:09.563" v="4332" actId="1076"/>
          <ac:picMkLst>
            <pc:docMk/>
            <pc:sldMk cId="359603002" sldId="274"/>
            <ac:picMk id="7" creationId="{B8FA396E-72C4-13E9-1B5B-D9B21D9AFEB4}"/>
          </ac:picMkLst>
        </pc:picChg>
      </pc:sldChg>
      <pc:sldMasterChg chg="setBg modSldLayout">
        <pc:chgData name="Syed, Taizeem ahmad (Student)" userId="3e6a0f2c-d438-4124-8ab8-d164813463eb" providerId="ADAL" clId="{75A18DB6-7B78-464E-98A3-1341654012B4}" dt="2025-04-02T12:47:05.571" v="1961"/>
        <pc:sldMasterMkLst>
          <pc:docMk/>
          <pc:sldMasterMk cId="2546607650" sldId="2147483690"/>
        </pc:sldMasterMkLst>
        <pc:sldLayoutChg chg="setBg">
          <pc:chgData name="Syed, Taizeem ahmad (Student)" userId="3e6a0f2c-d438-4124-8ab8-d164813463eb" providerId="ADAL" clId="{75A18DB6-7B78-464E-98A3-1341654012B4}" dt="2025-04-02T12:47:05.571" v="1961"/>
          <pc:sldLayoutMkLst>
            <pc:docMk/>
            <pc:sldMasterMk cId="2546607650" sldId="2147483690"/>
            <pc:sldLayoutMk cId="18863218" sldId="2147483691"/>
          </pc:sldLayoutMkLst>
        </pc:sldLayoutChg>
        <pc:sldLayoutChg chg="setBg">
          <pc:chgData name="Syed, Taizeem ahmad (Student)" userId="3e6a0f2c-d438-4124-8ab8-d164813463eb" providerId="ADAL" clId="{75A18DB6-7B78-464E-98A3-1341654012B4}" dt="2025-04-02T12:47:05.571" v="1961"/>
          <pc:sldLayoutMkLst>
            <pc:docMk/>
            <pc:sldMasterMk cId="2546607650" sldId="2147483690"/>
            <pc:sldLayoutMk cId="887327499" sldId="2147483692"/>
          </pc:sldLayoutMkLst>
        </pc:sldLayoutChg>
        <pc:sldLayoutChg chg="setBg">
          <pc:chgData name="Syed, Taizeem ahmad (Student)" userId="3e6a0f2c-d438-4124-8ab8-d164813463eb" providerId="ADAL" clId="{75A18DB6-7B78-464E-98A3-1341654012B4}" dt="2025-04-02T12:47:05.571" v="1961"/>
          <pc:sldLayoutMkLst>
            <pc:docMk/>
            <pc:sldMasterMk cId="2546607650" sldId="2147483690"/>
            <pc:sldLayoutMk cId="29201427" sldId="2147483693"/>
          </pc:sldLayoutMkLst>
        </pc:sldLayoutChg>
        <pc:sldLayoutChg chg="setBg">
          <pc:chgData name="Syed, Taizeem ahmad (Student)" userId="3e6a0f2c-d438-4124-8ab8-d164813463eb" providerId="ADAL" clId="{75A18DB6-7B78-464E-98A3-1341654012B4}" dt="2025-04-02T12:47:05.571" v="1961"/>
          <pc:sldLayoutMkLst>
            <pc:docMk/>
            <pc:sldMasterMk cId="2546607650" sldId="2147483690"/>
            <pc:sldLayoutMk cId="653400806" sldId="2147483694"/>
          </pc:sldLayoutMkLst>
        </pc:sldLayoutChg>
        <pc:sldLayoutChg chg="setBg">
          <pc:chgData name="Syed, Taizeem ahmad (Student)" userId="3e6a0f2c-d438-4124-8ab8-d164813463eb" providerId="ADAL" clId="{75A18DB6-7B78-464E-98A3-1341654012B4}" dt="2025-04-02T12:47:05.571" v="1961"/>
          <pc:sldLayoutMkLst>
            <pc:docMk/>
            <pc:sldMasterMk cId="2546607650" sldId="2147483690"/>
            <pc:sldLayoutMk cId="988116425" sldId="2147483695"/>
          </pc:sldLayoutMkLst>
        </pc:sldLayoutChg>
        <pc:sldLayoutChg chg="setBg">
          <pc:chgData name="Syed, Taizeem ahmad (Student)" userId="3e6a0f2c-d438-4124-8ab8-d164813463eb" providerId="ADAL" clId="{75A18DB6-7B78-464E-98A3-1341654012B4}" dt="2025-04-02T12:47:05.571" v="1961"/>
          <pc:sldLayoutMkLst>
            <pc:docMk/>
            <pc:sldMasterMk cId="2546607650" sldId="2147483690"/>
            <pc:sldLayoutMk cId="3926052905" sldId="2147483696"/>
          </pc:sldLayoutMkLst>
        </pc:sldLayoutChg>
        <pc:sldLayoutChg chg="setBg">
          <pc:chgData name="Syed, Taizeem ahmad (Student)" userId="3e6a0f2c-d438-4124-8ab8-d164813463eb" providerId="ADAL" clId="{75A18DB6-7B78-464E-98A3-1341654012B4}" dt="2025-04-02T12:47:05.571" v="1961"/>
          <pc:sldLayoutMkLst>
            <pc:docMk/>
            <pc:sldMasterMk cId="2546607650" sldId="2147483690"/>
            <pc:sldLayoutMk cId="928239633" sldId="2147483697"/>
          </pc:sldLayoutMkLst>
        </pc:sldLayoutChg>
        <pc:sldLayoutChg chg="setBg">
          <pc:chgData name="Syed, Taizeem ahmad (Student)" userId="3e6a0f2c-d438-4124-8ab8-d164813463eb" providerId="ADAL" clId="{75A18DB6-7B78-464E-98A3-1341654012B4}" dt="2025-04-02T12:47:05.571" v="1961"/>
          <pc:sldLayoutMkLst>
            <pc:docMk/>
            <pc:sldMasterMk cId="2546607650" sldId="2147483690"/>
            <pc:sldLayoutMk cId="431677192" sldId="2147483698"/>
          </pc:sldLayoutMkLst>
        </pc:sldLayoutChg>
        <pc:sldLayoutChg chg="setBg">
          <pc:chgData name="Syed, Taizeem ahmad (Student)" userId="3e6a0f2c-d438-4124-8ab8-d164813463eb" providerId="ADAL" clId="{75A18DB6-7B78-464E-98A3-1341654012B4}" dt="2025-04-02T12:47:05.571" v="1961"/>
          <pc:sldLayoutMkLst>
            <pc:docMk/>
            <pc:sldMasterMk cId="2546607650" sldId="2147483690"/>
            <pc:sldLayoutMk cId="1678245678" sldId="2147483699"/>
          </pc:sldLayoutMkLst>
        </pc:sldLayoutChg>
        <pc:sldLayoutChg chg="setBg">
          <pc:chgData name="Syed, Taizeem ahmad (Student)" userId="3e6a0f2c-d438-4124-8ab8-d164813463eb" providerId="ADAL" clId="{75A18DB6-7B78-464E-98A3-1341654012B4}" dt="2025-04-02T12:47:05.571" v="1961"/>
          <pc:sldLayoutMkLst>
            <pc:docMk/>
            <pc:sldMasterMk cId="2546607650" sldId="2147483690"/>
            <pc:sldLayoutMk cId="3037597165" sldId="2147483700"/>
          </pc:sldLayoutMkLst>
        </pc:sldLayoutChg>
        <pc:sldLayoutChg chg="setBg">
          <pc:chgData name="Syed, Taizeem ahmad (Student)" userId="3e6a0f2c-d438-4124-8ab8-d164813463eb" providerId="ADAL" clId="{75A18DB6-7B78-464E-98A3-1341654012B4}" dt="2025-04-02T12:47:05.571" v="1961"/>
          <pc:sldLayoutMkLst>
            <pc:docMk/>
            <pc:sldMasterMk cId="2546607650" sldId="2147483690"/>
            <pc:sldLayoutMk cId="4219050601" sldId="2147483701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F7B81E-F753-4AD7-ACBA-7E423B3E520B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C1E03E5-9D8C-43AA-BA92-118D94340A3C}">
      <dgm:prSet custT="1"/>
      <dgm:spPr/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>
              <a:latin typeface="Gill Sans MT" panose="020B0502020104020203"/>
              <a:ea typeface="+mn-ea"/>
              <a:cs typeface="+mn-cs"/>
            </a:rPr>
            <a:t>On conducting the SAS Means procedure on the dataset provided, details gathered are shown in Table 1.1 in the appendix file:</a:t>
          </a:r>
          <a:endParaRPr lang="en-US" sz="1200" b="1" kern="1200" dirty="0">
            <a:latin typeface="Gill Sans MT" panose="020B0502020104020203"/>
            <a:ea typeface="+mn-ea"/>
            <a:cs typeface="+mn-cs"/>
          </a:endParaRPr>
        </a:p>
      </dgm:t>
    </dgm:pt>
    <dgm:pt modelId="{40426313-FAFD-42C8-81C8-7D88B06785F3}" type="parTrans" cxnId="{3ECB69B5-0D0D-4184-9C50-D2F6A543FD6D}">
      <dgm:prSet/>
      <dgm:spPr/>
      <dgm:t>
        <a:bodyPr/>
        <a:lstStyle/>
        <a:p>
          <a:endParaRPr lang="en-US"/>
        </a:p>
      </dgm:t>
    </dgm:pt>
    <dgm:pt modelId="{30A83569-4CA0-42DB-AE74-017547B94527}" type="sibTrans" cxnId="{3ECB69B5-0D0D-4184-9C50-D2F6A543FD6D}">
      <dgm:prSet/>
      <dgm:spPr/>
      <dgm:t>
        <a:bodyPr/>
        <a:lstStyle/>
        <a:p>
          <a:endParaRPr lang="en-US"/>
        </a:p>
      </dgm:t>
    </dgm:pt>
    <dgm:pt modelId="{5BA065C1-6B7B-4123-A108-BC478BD34801}">
      <dgm:prSet custT="1"/>
      <dgm:spPr/>
      <dgm:t>
        <a:bodyPr/>
        <a:lstStyle/>
        <a:p>
          <a:r>
            <a:rPr lang="en-GB" sz="1200" b="1" dirty="0"/>
            <a:t>Interpretations:</a:t>
          </a:r>
          <a:endParaRPr lang="en-US" sz="1200" dirty="0"/>
        </a:p>
      </dgm:t>
    </dgm:pt>
    <dgm:pt modelId="{577DF062-3FBA-47C0-8320-D86E6DBABADD}" type="parTrans" cxnId="{54815316-BABE-4AB3-916E-821D33264646}">
      <dgm:prSet/>
      <dgm:spPr/>
      <dgm:t>
        <a:bodyPr/>
        <a:lstStyle/>
        <a:p>
          <a:endParaRPr lang="en-US"/>
        </a:p>
      </dgm:t>
    </dgm:pt>
    <dgm:pt modelId="{961B68F7-A26D-4FC2-9779-B1AC738C0B36}" type="sibTrans" cxnId="{54815316-BABE-4AB3-916E-821D33264646}">
      <dgm:prSet/>
      <dgm:spPr/>
      <dgm:t>
        <a:bodyPr/>
        <a:lstStyle/>
        <a:p>
          <a:endParaRPr lang="en-US"/>
        </a:p>
      </dgm:t>
    </dgm:pt>
    <dgm:pt modelId="{84B209D0-D26E-4293-9095-01A7528B48B0}">
      <dgm:prSet custT="1"/>
      <dgm:spPr/>
      <dgm:t>
        <a:bodyPr/>
        <a:lstStyle/>
        <a:p>
          <a:r>
            <a:rPr lang="en-US" sz="1200" b="0" i="0" baseline="0">
              <a:solidFill>
                <a:schemeClr val="tx2"/>
              </a:solidFill>
            </a:rPr>
            <a:t>Trained salespersons show an average increase of about </a:t>
          </a:r>
          <a:r>
            <a:rPr lang="en-US" sz="1200" b="1" i="0" baseline="0">
              <a:solidFill>
                <a:schemeClr val="tx2"/>
              </a:solidFill>
            </a:rPr>
            <a:t>£50.95 </a:t>
          </a:r>
          <a:r>
            <a:rPr lang="en-US" sz="1200" b="0" i="0" baseline="0">
              <a:solidFill>
                <a:schemeClr val="tx2"/>
              </a:solidFill>
            </a:rPr>
            <a:t>compared to untrained salespersons.</a:t>
          </a:r>
          <a:endParaRPr lang="en-US" sz="1200" dirty="0">
            <a:solidFill>
              <a:schemeClr val="tx2"/>
            </a:solidFill>
          </a:endParaRPr>
        </a:p>
      </dgm:t>
    </dgm:pt>
    <dgm:pt modelId="{79B70FB8-BA2C-4707-A45E-3408ACAAD298}" type="parTrans" cxnId="{4020F387-872B-48DA-85F0-FFAB512E5B13}">
      <dgm:prSet/>
      <dgm:spPr/>
      <dgm:t>
        <a:bodyPr/>
        <a:lstStyle/>
        <a:p>
          <a:endParaRPr lang="en-US"/>
        </a:p>
      </dgm:t>
    </dgm:pt>
    <dgm:pt modelId="{9AB8C49D-91EF-4BA6-996A-3D343B4D5E02}" type="sibTrans" cxnId="{4020F387-872B-48DA-85F0-FFAB512E5B13}">
      <dgm:prSet/>
      <dgm:spPr/>
      <dgm:t>
        <a:bodyPr/>
        <a:lstStyle/>
        <a:p>
          <a:endParaRPr lang="en-US"/>
        </a:p>
      </dgm:t>
    </dgm:pt>
    <dgm:pt modelId="{2E553577-0BAC-4CF8-AA16-2BDB29F3FECA}">
      <dgm:prSet custT="1"/>
      <dgm:spPr/>
      <dgm:t>
        <a:bodyPr/>
        <a:lstStyle/>
        <a:p>
          <a:r>
            <a:rPr lang="en-GB" sz="1200" b="1" dirty="0"/>
            <a:t>Initial observation:</a:t>
          </a:r>
          <a:br>
            <a:rPr lang="en-GB" sz="1200" dirty="0"/>
          </a:br>
          <a:r>
            <a:rPr lang="en-GB" sz="1200" dirty="0"/>
            <a:t>Training may have a small positive effect</a:t>
          </a:r>
          <a:endParaRPr lang="en-US" sz="1200" dirty="0"/>
        </a:p>
      </dgm:t>
    </dgm:pt>
    <dgm:pt modelId="{C8C89FDC-321A-4163-AFF7-2ED348985422}" type="parTrans" cxnId="{942CD279-19BA-47CA-BF09-8607F36E59DE}">
      <dgm:prSet/>
      <dgm:spPr/>
      <dgm:t>
        <a:bodyPr/>
        <a:lstStyle/>
        <a:p>
          <a:endParaRPr lang="en-US"/>
        </a:p>
      </dgm:t>
    </dgm:pt>
    <dgm:pt modelId="{A7E2DE40-E053-4941-B116-B23EAB0DBA87}" type="sibTrans" cxnId="{942CD279-19BA-47CA-BF09-8607F36E59DE}">
      <dgm:prSet/>
      <dgm:spPr/>
      <dgm:t>
        <a:bodyPr/>
        <a:lstStyle/>
        <a:p>
          <a:endParaRPr lang="en-US"/>
        </a:p>
      </dgm:t>
    </dgm:pt>
    <dgm:pt modelId="{BED1D4F1-97EA-465C-8C29-077D406C56F9}">
      <dgm:prSet custT="1"/>
      <dgm:spPr/>
      <dgm:t>
        <a:bodyPr/>
        <a:lstStyle/>
        <a:p>
          <a:r>
            <a:rPr lang="en-US" sz="1200" b="0" i="0" baseline="0" dirty="0">
              <a:solidFill>
                <a:schemeClr val="tx2"/>
              </a:solidFill>
            </a:rPr>
            <a:t>Variability (standard deviation) is similar across both groups.</a:t>
          </a:r>
          <a:endParaRPr lang="en-US" sz="1200" dirty="0">
            <a:solidFill>
              <a:schemeClr val="tx2"/>
            </a:solidFill>
          </a:endParaRPr>
        </a:p>
      </dgm:t>
    </dgm:pt>
    <dgm:pt modelId="{82637EAF-FDCA-402D-9D9D-4DD59B6E6598}" type="sibTrans" cxnId="{52419F8F-7E5E-4E8A-BB73-F078DD1C35D1}">
      <dgm:prSet/>
      <dgm:spPr/>
      <dgm:t>
        <a:bodyPr/>
        <a:lstStyle/>
        <a:p>
          <a:endParaRPr lang="en-US"/>
        </a:p>
      </dgm:t>
    </dgm:pt>
    <dgm:pt modelId="{3C3D3800-05E6-4EED-8E19-49168D3F6E52}" type="parTrans" cxnId="{52419F8F-7E5E-4E8A-BB73-F078DD1C35D1}">
      <dgm:prSet/>
      <dgm:spPr/>
      <dgm:t>
        <a:bodyPr/>
        <a:lstStyle/>
        <a:p>
          <a:endParaRPr lang="en-US"/>
        </a:p>
      </dgm:t>
    </dgm:pt>
    <dgm:pt modelId="{B5726953-2E69-4BDB-94A5-751BEAB58D7A}" type="pres">
      <dgm:prSet presAssocID="{ABF7B81E-F753-4AD7-ACBA-7E423B3E520B}" presName="linear" presStyleCnt="0">
        <dgm:presLayoutVars>
          <dgm:animLvl val="lvl"/>
          <dgm:resizeHandles val="exact"/>
        </dgm:presLayoutVars>
      </dgm:prSet>
      <dgm:spPr/>
    </dgm:pt>
    <dgm:pt modelId="{FAA6D565-2E7C-4BC8-813E-87CF9C8DD737}" type="pres">
      <dgm:prSet presAssocID="{5C1E03E5-9D8C-43AA-BA92-118D94340A3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83AFD6E-E04B-4916-AF21-A63D6B5A98A6}" type="pres">
      <dgm:prSet presAssocID="{30A83569-4CA0-42DB-AE74-017547B94527}" presName="spacer" presStyleCnt="0"/>
      <dgm:spPr/>
    </dgm:pt>
    <dgm:pt modelId="{8D5ED013-770C-4E87-8D8D-0508C637E431}" type="pres">
      <dgm:prSet presAssocID="{5BA065C1-6B7B-4123-A108-BC478BD34801}" presName="parentText" presStyleLbl="node1" presStyleIdx="1" presStyleCnt="3" custLinFactNeighborY="-15217">
        <dgm:presLayoutVars>
          <dgm:chMax val="0"/>
          <dgm:bulletEnabled val="1"/>
        </dgm:presLayoutVars>
      </dgm:prSet>
      <dgm:spPr/>
    </dgm:pt>
    <dgm:pt modelId="{D650F78A-41BE-4FFF-8C9D-00E018A080E2}" type="pres">
      <dgm:prSet presAssocID="{5BA065C1-6B7B-4123-A108-BC478BD34801}" presName="childText" presStyleLbl="revTx" presStyleIdx="0" presStyleCnt="1" custLinFactNeighborY="-7665">
        <dgm:presLayoutVars>
          <dgm:bulletEnabled val="1"/>
        </dgm:presLayoutVars>
      </dgm:prSet>
      <dgm:spPr/>
    </dgm:pt>
    <dgm:pt modelId="{7640286E-EBB1-48C3-BC7F-DB3B58D6BAC6}" type="pres">
      <dgm:prSet presAssocID="{2E553577-0BAC-4CF8-AA16-2BDB29F3FEC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84F5610-78A4-4B06-B8FE-702597EF54C9}" type="presOf" srcId="{ABF7B81E-F753-4AD7-ACBA-7E423B3E520B}" destId="{B5726953-2E69-4BDB-94A5-751BEAB58D7A}" srcOrd="0" destOrd="0" presId="urn:microsoft.com/office/officeart/2005/8/layout/vList2"/>
    <dgm:cxn modelId="{54815316-BABE-4AB3-916E-821D33264646}" srcId="{ABF7B81E-F753-4AD7-ACBA-7E423B3E520B}" destId="{5BA065C1-6B7B-4123-A108-BC478BD34801}" srcOrd="1" destOrd="0" parTransId="{577DF062-3FBA-47C0-8320-D86E6DBABADD}" sibTransId="{961B68F7-A26D-4FC2-9779-B1AC738C0B36}"/>
    <dgm:cxn modelId="{F33AE445-D217-4EC7-9128-16EE0B88BC7F}" type="presOf" srcId="{2E553577-0BAC-4CF8-AA16-2BDB29F3FECA}" destId="{7640286E-EBB1-48C3-BC7F-DB3B58D6BAC6}" srcOrd="0" destOrd="0" presId="urn:microsoft.com/office/officeart/2005/8/layout/vList2"/>
    <dgm:cxn modelId="{64D23D4A-7154-4559-A454-1572E2C2F52B}" type="presOf" srcId="{5C1E03E5-9D8C-43AA-BA92-118D94340A3C}" destId="{FAA6D565-2E7C-4BC8-813E-87CF9C8DD737}" srcOrd="0" destOrd="0" presId="urn:microsoft.com/office/officeart/2005/8/layout/vList2"/>
    <dgm:cxn modelId="{942CD279-19BA-47CA-BF09-8607F36E59DE}" srcId="{ABF7B81E-F753-4AD7-ACBA-7E423B3E520B}" destId="{2E553577-0BAC-4CF8-AA16-2BDB29F3FECA}" srcOrd="2" destOrd="0" parTransId="{C8C89FDC-321A-4163-AFF7-2ED348985422}" sibTransId="{A7E2DE40-E053-4941-B116-B23EAB0DBA87}"/>
    <dgm:cxn modelId="{4020F387-872B-48DA-85F0-FFAB512E5B13}" srcId="{5BA065C1-6B7B-4123-A108-BC478BD34801}" destId="{84B209D0-D26E-4293-9095-01A7528B48B0}" srcOrd="0" destOrd="0" parTransId="{79B70FB8-BA2C-4707-A45E-3408ACAAD298}" sibTransId="{9AB8C49D-91EF-4BA6-996A-3D343B4D5E02}"/>
    <dgm:cxn modelId="{A54A818A-BF8E-4877-850F-7465A9145531}" type="presOf" srcId="{BED1D4F1-97EA-465C-8C29-077D406C56F9}" destId="{D650F78A-41BE-4FFF-8C9D-00E018A080E2}" srcOrd="0" destOrd="1" presId="urn:microsoft.com/office/officeart/2005/8/layout/vList2"/>
    <dgm:cxn modelId="{52419F8F-7E5E-4E8A-BB73-F078DD1C35D1}" srcId="{5BA065C1-6B7B-4123-A108-BC478BD34801}" destId="{BED1D4F1-97EA-465C-8C29-077D406C56F9}" srcOrd="1" destOrd="0" parTransId="{3C3D3800-05E6-4EED-8E19-49168D3F6E52}" sibTransId="{82637EAF-FDCA-402D-9D9D-4DD59B6E6598}"/>
    <dgm:cxn modelId="{3ECB69B5-0D0D-4184-9C50-D2F6A543FD6D}" srcId="{ABF7B81E-F753-4AD7-ACBA-7E423B3E520B}" destId="{5C1E03E5-9D8C-43AA-BA92-118D94340A3C}" srcOrd="0" destOrd="0" parTransId="{40426313-FAFD-42C8-81C8-7D88B06785F3}" sibTransId="{30A83569-4CA0-42DB-AE74-017547B94527}"/>
    <dgm:cxn modelId="{5A06B1E4-637A-4667-AF0E-D0CE7A344D7D}" type="presOf" srcId="{5BA065C1-6B7B-4123-A108-BC478BD34801}" destId="{8D5ED013-770C-4E87-8D8D-0508C637E431}" srcOrd="0" destOrd="0" presId="urn:microsoft.com/office/officeart/2005/8/layout/vList2"/>
    <dgm:cxn modelId="{3C6102F8-C3BA-4F9B-828C-1634427B519C}" type="presOf" srcId="{84B209D0-D26E-4293-9095-01A7528B48B0}" destId="{D650F78A-41BE-4FFF-8C9D-00E018A080E2}" srcOrd="0" destOrd="0" presId="urn:microsoft.com/office/officeart/2005/8/layout/vList2"/>
    <dgm:cxn modelId="{5A98C44A-2ED7-4F56-98BD-5F25D0131BC0}" type="presParOf" srcId="{B5726953-2E69-4BDB-94A5-751BEAB58D7A}" destId="{FAA6D565-2E7C-4BC8-813E-87CF9C8DD737}" srcOrd="0" destOrd="0" presId="urn:microsoft.com/office/officeart/2005/8/layout/vList2"/>
    <dgm:cxn modelId="{079B44AA-F98E-4F20-AEB0-33920E3A07B5}" type="presParOf" srcId="{B5726953-2E69-4BDB-94A5-751BEAB58D7A}" destId="{B83AFD6E-E04B-4916-AF21-A63D6B5A98A6}" srcOrd="1" destOrd="0" presId="urn:microsoft.com/office/officeart/2005/8/layout/vList2"/>
    <dgm:cxn modelId="{212298EC-E18D-41CA-BDAB-E14A5DBD3452}" type="presParOf" srcId="{B5726953-2E69-4BDB-94A5-751BEAB58D7A}" destId="{8D5ED013-770C-4E87-8D8D-0508C637E431}" srcOrd="2" destOrd="0" presId="urn:microsoft.com/office/officeart/2005/8/layout/vList2"/>
    <dgm:cxn modelId="{1177CB24-C7AC-4691-99A4-D72733787D23}" type="presParOf" srcId="{B5726953-2E69-4BDB-94A5-751BEAB58D7A}" destId="{D650F78A-41BE-4FFF-8C9D-00E018A080E2}" srcOrd="3" destOrd="0" presId="urn:microsoft.com/office/officeart/2005/8/layout/vList2"/>
    <dgm:cxn modelId="{D547A1FC-A052-4E1F-A15A-FD05263A4D33}" type="presParOf" srcId="{B5726953-2E69-4BDB-94A5-751BEAB58D7A}" destId="{7640286E-EBB1-48C3-BC7F-DB3B58D6BAC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C8CECD-CBCC-4DCD-B381-CE7073DF75A6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0BECB71-981C-4358-95EF-65962A4EA81F}">
      <dgm:prSet/>
      <dgm:spPr/>
      <dgm:t>
        <a:bodyPr/>
        <a:lstStyle/>
        <a:p>
          <a:pPr algn="l">
            <a:buFont typeface="Arial" panose="020B0604020202020204" pitchFamily="34" charset="0"/>
            <a:buNone/>
          </a:pPr>
          <a:r>
            <a:rPr lang="en-US" i="0" dirty="0"/>
            <a:t>	Both parametric (paired t-test) and non-parametric (Wilcoxon signed-rank test) yielded p-values above the 5% significance level, indicating no statistically significant difference in sales.</a:t>
          </a:r>
          <a:endParaRPr lang="en-US" dirty="0"/>
        </a:p>
      </dgm:t>
    </dgm:pt>
    <dgm:pt modelId="{8AD1C5F6-4986-4517-851B-73FD8AC1FF29}" type="parTrans" cxnId="{3179AAEC-DF30-483B-ABD7-6BA48B3B65FC}">
      <dgm:prSet/>
      <dgm:spPr/>
      <dgm:t>
        <a:bodyPr/>
        <a:lstStyle/>
        <a:p>
          <a:endParaRPr lang="en-US"/>
        </a:p>
      </dgm:t>
    </dgm:pt>
    <dgm:pt modelId="{D244F33E-F687-4B86-BFA4-A2BB98B970B6}" type="sibTrans" cxnId="{3179AAEC-DF30-483B-ABD7-6BA48B3B65FC}">
      <dgm:prSet/>
      <dgm:spPr/>
      <dgm:t>
        <a:bodyPr/>
        <a:lstStyle/>
        <a:p>
          <a:endParaRPr lang="en-US"/>
        </a:p>
      </dgm:t>
    </dgm:pt>
    <dgm:pt modelId="{4CEB60B1-25F2-4E42-B510-693B7FD3C5DD}">
      <dgm:prSet/>
      <dgm:spPr/>
      <dgm:t>
        <a:bodyPr/>
        <a:lstStyle/>
        <a:p>
          <a:r>
            <a:rPr lang="en-US" i="0"/>
            <a:t>Recommendation to the Manager</a:t>
          </a:r>
          <a:endParaRPr lang="en-US"/>
        </a:p>
      </dgm:t>
    </dgm:pt>
    <dgm:pt modelId="{341D7866-ED45-462B-A770-CF42F56B33C5}" type="parTrans" cxnId="{E708CC25-1BAF-45AA-9591-955D9F32961A}">
      <dgm:prSet/>
      <dgm:spPr/>
      <dgm:t>
        <a:bodyPr/>
        <a:lstStyle/>
        <a:p>
          <a:endParaRPr lang="en-US"/>
        </a:p>
      </dgm:t>
    </dgm:pt>
    <dgm:pt modelId="{3C62835F-72F8-4B83-92BA-3BE51E8CCA6D}" type="sibTrans" cxnId="{E708CC25-1BAF-45AA-9591-955D9F32961A}">
      <dgm:prSet/>
      <dgm:spPr/>
      <dgm:t>
        <a:bodyPr/>
        <a:lstStyle/>
        <a:p>
          <a:endParaRPr lang="en-US"/>
        </a:p>
      </dgm:t>
    </dgm:pt>
    <dgm:pt modelId="{E9EAB5FC-EE44-4DB1-A535-F65E0193846A}">
      <dgm:prSet/>
      <dgm:spPr/>
      <dgm:t>
        <a:bodyPr/>
        <a:lstStyle/>
        <a:p>
          <a:pPr>
            <a:buNone/>
          </a:pPr>
          <a:r>
            <a:rPr lang="en-US" i="0" dirty="0"/>
            <a:t>	Do not implement the training course chain-wide based solely on this pilot study</a:t>
          </a:r>
          <a:endParaRPr lang="en-US" dirty="0"/>
        </a:p>
      </dgm:t>
    </dgm:pt>
    <dgm:pt modelId="{ADE9B29D-DA26-4C20-8298-4CEA5EC34CC7}" type="parTrans" cxnId="{BB16F4CB-8CDD-44A5-A115-89D9A8EC625C}">
      <dgm:prSet/>
      <dgm:spPr/>
      <dgm:t>
        <a:bodyPr/>
        <a:lstStyle/>
        <a:p>
          <a:endParaRPr lang="en-US"/>
        </a:p>
      </dgm:t>
    </dgm:pt>
    <dgm:pt modelId="{4381162B-612C-4164-BFE9-63DB6E12F6A5}" type="sibTrans" cxnId="{BB16F4CB-8CDD-44A5-A115-89D9A8EC625C}">
      <dgm:prSet/>
      <dgm:spPr/>
      <dgm:t>
        <a:bodyPr/>
        <a:lstStyle/>
        <a:p>
          <a:endParaRPr lang="en-US"/>
        </a:p>
      </dgm:t>
    </dgm:pt>
    <dgm:pt modelId="{44DA5740-6CFC-4159-BC54-BF79822FBBE5}">
      <dgm:prSet/>
      <dgm:spPr/>
      <dgm:t>
        <a:bodyPr/>
        <a:lstStyle/>
        <a:p>
          <a:r>
            <a:rPr lang="en-US" i="0" dirty="0"/>
            <a:t>Further Considerations</a:t>
          </a:r>
          <a:endParaRPr lang="en-US" dirty="0"/>
        </a:p>
      </dgm:t>
    </dgm:pt>
    <dgm:pt modelId="{1441D535-4C27-479F-953E-FC691627A1D1}" type="parTrans" cxnId="{5A4D9906-744B-4356-AAFD-E40D72559926}">
      <dgm:prSet/>
      <dgm:spPr/>
      <dgm:t>
        <a:bodyPr/>
        <a:lstStyle/>
        <a:p>
          <a:endParaRPr lang="en-US"/>
        </a:p>
      </dgm:t>
    </dgm:pt>
    <dgm:pt modelId="{7C0E691B-AD82-4668-8F64-5E4342E0A7C9}" type="sibTrans" cxnId="{5A4D9906-744B-4356-AAFD-E40D72559926}">
      <dgm:prSet/>
      <dgm:spPr/>
      <dgm:t>
        <a:bodyPr/>
        <a:lstStyle/>
        <a:p>
          <a:endParaRPr lang="en-US"/>
        </a:p>
      </dgm:t>
    </dgm:pt>
    <dgm:pt modelId="{91BA9738-4529-4908-A5A5-D1BC59B47DFC}">
      <dgm:prSet/>
      <dgm:spPr/>
      <dgm:t>
        <a:bodyPr/>
        <a:lstStyle/>
        <a:p>
          <a:pPr>
            <a:buNone/>
          </a:pPr>
          <a:r>
            <a:rPr lang="en-US" i="0" dirty="0"/>
            <a:t>   </a:t>
          </a:r>
          <a:r>
            <a:rPr lang="en-US" b="1" i="0" dirty="0"/>
            <a:t>Cost–benefit analysis</a:t>
          </a:r>
          <a:r>
            <a:rPr lang="en-US" i="0" dirty="0"/>
            <a:t>: Weigh training expenses against marginal sales increase.</a:t>
          </a:r>
          <a:endParaRPr lang="en-US" dirty="0"/>
        </a:p>
      </dgm:t>
    </dgm:pt>
    <dgm:pt modelId="{C54C8693-A555-4B48-BB79-83D82299D3CB}" type="parTrans" cxnId="{5E8DA625-1D87-44BB-A032-D2CB2CFB47A9}">
      <dgm:prSet/>
      <dgm:spPr/>
      <dgm:t>
        <a:bodyPr/>
        <a:lstStyle/>
        <a:p>
          <a:endParaRPr lang="en-US"/>
        </a:p>
      </dgm:t>
    </dgm:pt>
    <dgm:pt modelId="{76BC5597-B610-4BA1-A0EF-87E95CB577D5}" type="sibTrans" cxnId="{5E8DA625-1D87-44BB-A032-D2CB2CFB47A9}">
      <dgm:prSet/>
      <dgm:spPr/>
      <dgm:t>
        <a:bodyPr/>
        <a:lstStyle/>
        <a:p>
          <a:endParaRPr lang="en-US"/>
        </a:p>
      </dgm:t>
    </dgm:pt>
    <dgm:pt modelId="{DB54B5A6-CF65-4557-ADFB-1F9A39F65E1B}">
      <dgm:prSet/>
      <dgm:spPr/>
      <dgm:t>
        <a:bodyPr/>
        <a:lstStyle/>
        <a:p>
          <a:pPr>
            <a:buNone/>
          </a:pPr>
          <a:r>
            <a:rPr lang="en-US" i="0" dirty="0"/>
            <a:t>   </a:t>
          </a:r>
          <a:r>
            <a:rPr lang="en-US" b="1" i="0" dirty="0"/>
            <a:t>Control for confounders: </a:t>
          </a:r>
          <a:r>
            <a:rPr lang="en-US" i="0" dirty="0"/>
            <a:t>Consider additional variables such as salesperson experience, seasonal trends, and long-term customer behavior.</a:t>
          </a:r>
          <a:endParaRPr lang="en-US" dirty="0"/>
        </a:p>
      </dgm:t>
    </dgm:pt>
    <dgm:pt modelId="{E0458E13-801D-4F68-BD62-BEC5A11CCADA}" type="parTrans" cxnId="{38DF1066-A21E-4648-9111-95D2EA4CCD54}">
      <dgm:prSet/>
      <dgm:spPr/>
      <dgm:t>
        <a:bodyPr/>
        <a:lstStyle/>
        <a:p>
          <a:endParaRPr lang="en-US"/>
        </a:p>
      </dgm:t>
    </dgm:pt>
    <dgm:pt modelId="{67F73F92-8609-4165-8BA0-863172E1B5B3}" type="sibTrans" cxnId="{38DF1066-A21E-4648-9111-95D2EA4CCD54}">
      <dgm:prSet/>
      <dgm:spPr/>
      <dgm:t>
        <a:bodyPr/>
        <a:lstStyle/>
        <a:p>
          <a:endParaRPr lang="en-US"/>
        </a:p>
      </dgm:t>
    </dgm:pt>
    <dgm:pt modelId="{81538D7C-A96B-4CA1-95A8-7820CD483E0C}">
      <dgm:prSet/>
      <dgm:spPr/>
      <dgm:t>
        <a:bodyPr/>
        <a:lstStyle/>
        <a:p>
          <a:pPr>
            <a:buNone/>
          </a:pPr>
          <a:r>
            <a:rPr lang="en-US" i="0" dirty="0"/>
            <a:t>   </a:t>
          </a:r>
          <a:r>
            <a:rPr lang="en-US" b="1" i="0" dirty="0"/>
            <a:t>A regression model (or a more advanced multilevel approach) </a:t>
          </a:r>
          <a:r>
            <a:rPr lang="en-US" i="0" dirty="0"/>
            <a:t>could help isolate the training effect.</a:t>
          </a:r>
          <a:endParaRPr lang="en-US" dirty="0"/>
        </a:p>
      </dgm:t>
    </dgm:pt>
    <dgm:pt modelId="{0F1B6549-F998-4CA2-8929-BF42294AA2B8}" type="parTrans" cxnId="{CE48A49E-3A24-465E-86FD-70106865C763}">
      <dgm:prSet/>
      <dgm:spPr/>
      <dgm:t>
        <a:bodyPr/>
        <a:lstStyle/>
        <a:p>
          <a:endParaRPr lang="en-US"/>
        </a:p>
      </dgm:t>
    </dgm:pt>
    <dgm:pt modelId="{AA397452-CF85-40EB-A25C-6550557DE6D6}" type="sibTrans" cxnId="{CE48A49E-3A24-465E-86FD-70106865C763}">
      <dgm:prSet/>
      <dgm:spPr/>
      <dgm:t>
        <a:bodyPr/>
        <a:lstStyle/>
        <a:p>
          <a:endParaRPr lang="en-US"/>
        </a:p>
      </dgm:t>
    </dgm:pt>
    <dgm:pt modelId="{EC7BE5B9-0082-4913-91FD-55DF403FC3AB}">
      <dgm:prSet/>
      <dgm:spPr/>
      <dgm:t>
        <a:bodyPr/>
        <a:lstStyle/>
        <a:p>
          <a:pPr>
            <a:buNone/>
          </a:pPr>
          <a:r>
            <a:rPr lang="en-US" i="0" dirty="0"/>
            <a:t>   </a:t>
          </a:r>
          <a:r>
            <a:rPr lang="en-US" b="1" i="0" dirty="0"/>
            <a:t>Longer-term / Larger-scale study: </a:t>
          </a:r>
          <a:r>
            <a:rPr lang="en-US" i="0" dirty="0"/>
            <a:t>Increases sample size and statistical power, potentially revealing a significant (though possibly modest) effect if it truly exists.</a:t>
          </a:r>
          <a:endParaRPr lang="en-US" dirty="0"/>
        </a:p>
      </dgm:t>
    </dgm:pt>
    <dgm:pt modelId="{14518B73-B576-4D38-8F2D-A10660963517}" type="parTrans" cxnId="{B0A22F97-6966-4A86-B19A-B69D04BF8569}">
      <dgm:prSet/>
      <dgm:spPr/>
      <dgm:t>
        <a:bodyPr/>
        <a:lstStyle/>
        <a:p>
          <a:endParaRPr lang="en-US"/>
        </a:p>
      </dgm:t>
    </dgm:pt>
    <dgm:pt modelId="{95ACFBBC-A452-4878-A721-4190123F8986}" type="sibTrans" cxnId="{B0A22F97-6966-4A86-B19A-B69D04BF8569}">
      <dgm:prSet/>
      <dgm:spPr/>
      <dgm:t>
        <a:bodyPr/>
        <a:lstStyle/>
        <a:p>
          <a:endParaRPr lang="en-US"/>
        </a:p>
      </dgm:t>
    </dgm:pt>
    <dgm:pt modelId="{0CF0A89A-1899-44F8-9E9B-F13BAE2A9C3E}">
      <dgm:prSet/>
      <dgm:spPr/>
      <dgm:t>
        <a:bodyPr/>
        <a:lstStyle/>
        <a:p>
          <a:pPr>
            <a:buNone/>
          </a:pPr>
          <a:r>
            <a:rPr lang="en-US" i="0" dirty="0"/>
            <a:t>   </a:t>
          </a:r>
          <a:r>
            <a:rPr lang="en-US" b="1" i="0" dirty="0"/>
            <a:t>Model Diagnostics</a:t>
          </a:r>
          <a:r>
            <a:rPr lang="en-US" i="0" dirty="0"/>
            <a:t>: Future analyses should incorporate residual plots, R² comparisons, and robustness checks to validate model accuracy.</a:t>
          </a:r>
          <a:endParaRPr lang="en-US" dirty="0"/>
        </a:p>
      </dgm:t>
    </dgm:pt>
    <dgm:pt modelId="{2D771429-33A7-412B-98B9-3BC991CE2DF0}" type="parTrans" cxnId="{A61660E3-219C-4907-B067-4B4631298130}">
      <dgm:prSet/>
      <dgm:spPr/>
      <dgm:t>
        <a:bodyPr/>
        <a:lstStyle/>
        <a:p>
          <a:endParaRPr lang="en-US"/>
        </a:p>
      </dgm:t>
    </dgm:pt>
    <dgm:pt modelId="{8F3CE485-B77E-488E-8135-AF316B31CBFE}" type="sibTrans" cxnId="{A61660E3-219C-4907-B067-4B4631298130}">
      <dgm:prSet/>
      <dgm:spPr/>
      <dgm:t>
        <a:bodyPr/>
        <a:lstStyle/>
        <a:p>
          <a:endParaRPr lang="en-US"/>
        </a:p>
      </dgm:t>
    </dgm:pt>
    <dgm:pt modelId="{C95B5078-D4E6-432B-8F74-51435B74F808}">
      <dgm:prSet/>
      <dgm:spPr/>
      <dgm:t>
        <a:bodyPr/>
        <a:lstStyle/>
        <a:p>
          <a:pPr algn="l">
            <a:buFont typeface="Arial" panose="020B0604020202020204" pitchFamily="34" charset="0"/>
            <a:buNone/>
          </a:pPr>
          <a:r>
            <a:rPr lang="en-US" i="0" dirty="0"/>
            <a:t>   Confidence intervals for the mean difference straddle zero, reinforcing the null hypothesis. Statistical power may be insufficient to detect a small but real effect.</a:t>
          </a:r>
          <a:endParaRPr lang="en-US" dirty="0"/>
        </a:p>
      </dgm:t>
    </dgm:pt>
    <dgm:pt modelId="{39D44369-B23C-4FFC-893C-0DE6A8BE1512}" type="sibTrans" cxnId="{B03A891B-CD6E-458E-A4D8-5F16161E11A4}">
      <dgm:prSet/>
      <dgm:spPr/>
      <dgm:t>
        <a:bodyPr/>
        <a:lstStyle/>
        <a:p>
          <a:endParaRPr lang="en-US"/>
        </a:p>
      </dgm:t>
    </dgm:pt>
    <dgm:pt modelId="{F313F353-CABE-41D7-94BF-0BE8CD6BCDBF}" type="parTrans" cxnId="{B03A891B-CD6E-458E-A4D8-5F16161E11A4}">
      <dgm:prSet/>
      <dgm:spPr/>
      <dgm:t>
        <a:bodyPr/>
        <a:lstStyle/>
        <a:p>
          <a:endParaRPr lang="en-US"/>
        </a:p>
      </dgm:t>
    </dgm:pt>
    <dgm:pt modelId="{4A90F00F-449B-4DD3-B3EA-24DDFFEDD44A}">
      <dgm:prSet/>
      <dgm:spPr/>
      <dgm:t>
        <a:bodyPr/>
        <a:lstStyle/>
        <a:p>
          <a:r>
            <a:rPr lang="en-US" i="0"/>
            <a:t>Statistical Insight</a:t>
          </a:r>
          <a:endParaRPr lang="en-US"/>
        </a:p>
      </dgm:t>
    </dgm:pt>
    <dgm:pt modelId="{29A7F503-25E3-4C8A-9EBE-C97CF7AFD28B}" type="sibTrans" cxnId="{9C6E5132-582D-4023-99DB-439169DAA32E}">
      <dgm:prSet/>
      <dgm:spPr/>
      <dgm:t>
        <a:bodyPr/>
        <a:lstStyle/>
        <a:p>
          <a:endParaRPr lang="en-US"/>
        </a:p>
      </dgm:t>
    </dgm:pt>
    <dgm:pt modelId="{4868AF13-777F-4D4E-AA90-F20AE129761C}" type="parTrans" cxnId="{9C6E5132-582D-4023-99DB-439169DAA32E}">
      <dgm:prSet/>
      <dgm:spPr/>
      <dgm:t>
        <a:bodyPr/>
        <a:lstStyle/>
        <a:p>
          <a:endParaRPr lang="en-US"/>
        </a:p>
      </dgm:t>
    </dgm:pt>
    <dgm:pt modelId="{AF026232-8276-4B49-9BD1-083DE9E3DBA5}" type="pres">
      <dgm:prSet presAssocID="{67C8CECD-CBCC-4DCD-B381-CE7073DF75A6}" presName="linear" presStyleCnt="0">
        <dgm:presLayoutVars>
          <dgm:dir/>
          <dgm:animLvl val="lvl"/>
          <dgm:resizeHandles val="exact"/>
        </dgm:presLayoutVars>
      </dgm:prSet>
      <dgm:spPr/>
    </dgm:pt>
    <dgm:pt modelId="{B86A73B0-5B79-42DC-9067-D0F8A70AF048}" type="pres">
      <dgm:prSet presAssocID="{4A90F00F-449B-4DD3-B3EA-24DDFFEDD44A}" presName="parentLin" presStyleCnt="0"/>
      <dgm:spPr/>
    </dgm:pt>
    <dgm:pt modelId="{B86FB146-008D-4548-8C1A-EEC9FD7F2FC6}" type="pres">
      <dgm:prSet presAssocID="{4A90F00F-449B-4DD3-B3EA-24DDFFEDD44A}" presName="parentLeftMargin" presStyleLbl="node1" presStyleIdx="0" presStyleCnt="3"/>
      <dgm:spPr/>
    </dgm:pt>
    <dgm:pt modelId="{76D08DEA-FBC0-49AD-8417-A9B1C7CC84EC}" type="pres">
      <dgm:prSet presAssocID="{4A90F00F-449B-4DD3-B3EA-24DDFFEDD44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423C663-0800-4F5C-A68D-0E2CE7518131}" type="pres">
      <dgm:prSet presAssocID="{4A90F00F-449B-4DD3-B3EA-24DDFFEDD44A}" presName="negativeSpace" presStyleCnt="0"/>
      <dgm:spPr/>
    </dgm:pt>
    <dgm:pt modelId="{FC136BBC-3A0B-424E-9DBA-819D997079C0}" type="pres">
      <dgm:prSet presAssocID="{4A90F00F-449B-4DD3-B3EA-24DDFFEDD44A}" presName="childText" presStyleLbl="conFgAcc1" presStyleIdx="0" presStyleCnt="3">
        <dgm:presLayoutVars>
          <dgm:bulletEnabled val="1"/>
        </dgm:presLayoutVars>
      </dgm:prSet>
      <dgm:spPr/>
    </dgm:pt>
    <dgm:pt modelId="{8952F92F-7531-4B53-B260-2BBC2489B085}" type="pres">
      <dgm:prSet presAssocID="{29A7F503-25E3-4C8A-9EBE-C97CF7AFD28B}" presName="spaceBetweenRectangles" presStyleCnt="0"/>
      <dgm:spPr/>
    </dgm:pt>
    <dgm:pt modelId="{4D6477D5-D904-404D-AE96-EAD2D5AC424D}" type="pres">
      <dgm:prSet presAssocID="{4CEB60B1-25F2-4E42-B510-693B7FD3C5DD}" presName="parentLin" presStyleCnt="0"/>
      <dgm:spPr/>
    </dgm:pt>
    <dgm:pt modelId="{83EC0D83-2FFA-46FC-B919-7E6BE77280F4}" type="pres">
      <dgm:prSet presAssocID="{4CEB60B1-25F2-4E42-B510-693B7FD3C5DD}" presName="parentLeftMargin" presStyleLbl="node1" presStyleIdx="0" presStyleCnt="3"/>
      <dgm:spPr/>
    </dgm:pt>
    <dgm:pt modelId="{782DDA6C-7BC3-4A50-895C-C355436C158E}" type="pres">
      <dgm:prSet presAssocID="{4CEB60B1-25F2-4E42-B510-693B7FD3C5D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E59BCC2-E596-4CB7-BF0E-178E5649A916}" type="pres">
      <dgm:prSet presAssocID="{4CEB60B1-25F2-4E42-B510-693B7FD3C5DD}" presName="negativeSpace" presStyleCnt="0"/>
      <dgm:spPr/>
    </dgm:pt>
    <dgm:pt modelId="{824EC27D-44B6-492A-BE67-286CB48018CA}" type="pres">
      <dgm:prSet presAssocID="{4CEB60B1-25F2-4E42-B510-693B7FD3C5DD}" presName="childText" presStyleLbl="conFgAcc1" presStyleIdx="1" presStyleCnt="3">
        <dgm:presLayoutVars>
          <dgm:bulletEnabled val="1"/>
        </dgm:presLayoutVars>
      </dgm:prSet>
      <dgm:spPr/>
    </dgm:pt>
    <dgm:pt modelId="{0B4B16D3-ED92-4143-B3A2-5D1EAE655933}" type="pres">
      <dgm:prSet presAssocID="{3C62835F-72F8-4B83-92BA-3BE51E8CCA6D}" presName="spaceBetweenRectangles" presStyleCnt="0"/>
      <dgm:spPr/>
    </dgm:pt>
    <dgm:pt modelId="{4F104894-7A2F-4AA2-B98C-C3812E6B5234}" type="pres">
      <dgm:prSet presAssocID="{44DA5740-6CFC-4159-BC54-BF79822FBBE5}" presName="parentLin" presStyleCnt="0"/>
      <dgm:spPr/>
    </dgm:pt>
    <dgm:pt modelId="{AC7D7A75-921D-4886-9EB6-2AE00E443201}" type="pres">
      <dgm:prSet presAssocID="{44DA5740-6CFC-4159-BC54-BF79822FBBE5}" presName="parentLeftMargin" presStyleLbl="node1" presStyleIdx="1" presStyleCnt="3"/>
      <dgm:spPr/>
    </dgm:pt>
    <dgm:pt modelId="{231E040F-64AA-49D4-861A-59BF7F9B90A9}" type="pres">
      <dgm:prSet presAssocID="{44DA5740-6CFC-4159-BC54-BF79822FBBE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A65E472-23EF-4318-853C-75144175497D}" type="pres">
      <dgm:prSet presAssocID="{44DA5740-6CFC-4159-BC54-BF79822FBBE5}" presName="negativeSpace" presStyleCnt="0"/>
      <dgm:spPr/>
    </dgm:pt>
    <dgm:pt modelId="{F9CB1E6D-9DC9-4087-B91F-118F4793178A}" type="pres">
      <dgm:prSet presAssocID="{44DA5740-6CFC-4159-BC54-BF79822FBBE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A4D9906-744B-4356-AAFD-E40D72559926}" srcId="{67C8CECD-CBCC-4DCD-B381-CE7073DF75A6}" destId="{44DA5740-6CFC-4159-BC54-BF79822FBBE5}" srcOrd="2" destOrd="0" parTransId="{1441D535-4C27-479F-953E-FC691627A1D1}" sibTransId="{7C0E691B-AD82-4668-8F64-5E4342E0A7C9}"/>
    <dgm:cxn modelId="{B03A891B-CD6E-458E-A4D8-5F16161E11A4}" srcId="{4A90F00F-449B-4DD3-B3EA-24DDFFEDD44A}" destId="{C95B5078-D4E6-432B-8F74-51435B74F808}" srcOrd="1" destOrd="0" parTransId="{F313F353-CABE-41D7-94BF-0BE8CD6BCDBF}" sibTransId="{39D44369-B23C-4FFC-893C-0DE6A8BE1512}"/>
    <dgm:cxn modelId="{5E8DA625-1D87-44BB-A032-D2CB2CFB47A9}" srcId="{44DA5740-6CFC-4159-BC54-BF79822FBBE5}" destId="{91BA9738-4529-4908-A5A5-D1BC59B47DFC}" srcOrd="0" destOrd="0" parTransId="{C54C8693-A555-4B48-BB79-83D82299D3CB}" sibTransId="{76BC5597-B610-4BA1-A0EF-87E95CB577D5}"/>
    <dgm:cxn modelId="{E708CC25-1BAF-45AA-9591-955D9F32961A}" srcId="{67C8CECD-CBCC-4DCD-B381-CE7073DF75A6}" destId="{4CEB60B1-25F2-4E42-B510-693B7FD3C5DD}" srcOrd="1" destOrd="0" parTransId="{341D7866-ED45-462B-A770-CF42F56B33C5}" sibTransId="{3C62835F-72F8-4B83-92BA-3BE51E8CCA6D}"/>
    <dgm:cxn modelId="{F669312E-2A80-49DC-99B1-CDE46F869A97}" type="presOf" srcId="{4CEB60B1-25F2-4E42-B510-693B7FD3C5DD}" destId="{83EC0D83-2FFA-46FC-B919-7E6BE77280F4}" srcOrd="0" destOrd="0" presId="urn:microsoft.com/office/officeart/2005/8/layout/list1"/>
    <dgm:cxn modelId="{9C6E5132-582D-4023-99DB-439169DAA32E}" srcId="{67C8CECD-CBCC-4DCD-B381-CE7073DF75A6}" destId="{4A90F00F-449B-4DD3-B3EA-24DDFFEDD44A}" srcOrd="0" destOrd="0" parTransId="{4868AF13-777F-4D4E-AA90-F20AE129761C}" sibTransId="{29A7F503-25E3-4C8A-9EBE-C97CF7AFD28B}"/>
    <dgm:cxn modelId="{66EE5E64-A6AF-48F1-AF19-5B3A32446366}" type="presOf" srcId="{4A90F00F-449B-4DD3-B3EA-24DDFFEDD44A}" destId="{B86FB146-008D-4548-8C1A-EEC9FD7F2FC6}" srcOrd="0" destOrd="0" presId="urn:microsoft.com/office/officeart/2005/8/layout/list1"/>
    <dgm:cxn modelId="{B9E97C45-6FC5-4017-96C3-A0DD94EDDF72}" type="presOf" srcId="{50BECB71-981C-4358-95EF-65962A4EA81F}" destId="{FC136BBC-3A0B-424E-9DBA-819D997079C0}" srcOrd="0" destOrd="0" presId="urn:microsoft.com/office/officeart/2005/8/layout/list1"/>
    <dgm:cxn modelId="{38DF1066-A21E-4648-9111-95D2EA4CCD54}" srcId="{44DA5740-6CFC-4159-BC54-BF79822FBBE5}" destId="{DB54B5A6-CF65-4557-ADFB-1F9A39F65E1B}" srcOrd="1" destOrd="0" parTransId="{E0458E13-801D-4F68-BD62-BEC5A11CCADA}" sibTransId="{67F73F92-8609-4165-8BA0-863172E1B5B3}"/>
    <dgm:cxn modelId="{88415486-1B7D-482E-9374-B91F6921CB16}" type="presOf" srcId="{44DA5740-6CFC-4159-BC54-BF79822FBBE5}" destId="{231E040F-64AA-49D4-861A-59BF7F9B90A9}" srcOrd="1" destOrd="0" presId="urn:microsoft.com/office/officeart/2005/8/layout/list1"/>
    <dgm:cxn modelId="{35020F89-1E52-4550-BE54-477B4C7DE405}" type="presOf" srcId="{DB54B5A6-CF65-4557-ADFB-1F9A39F65E1B}" destId="{F9CB1E6D-9DC9-4087-B91F-118F4793178A}" srcOrd="0" destOrd="1" presId="urn:microsoft.com/office/officeart/2005/8/layout/list1"/>
    <dgm:cxn modelId="{B0A22F97-6966-4A86-B19A-B69D04BF8569}" srcId="{44DA5740-6CFC-4159-BC54-BF79822FBBE5}" destId="{EC7BE5B9-0082-4913-91FD-55DF403FC3AB}" srcOrd="3" destOrd="0" parTransId="{14518B73-B576-4D38-8F2D-A10660963517}" sibTransId="{95ACFBBC-A452-4878-A721-4190123F8986}"/>
    <dgm:cxn modelId="{CE48A49E-3A24-465E-86FD-70106865C763}" srcId="{44DA5740-6CFC-4159-BC54-BF79822FBBE5}" destId="{81538D7C-A96B-4CA1-95A8-7820CD483E0C}" srcOrd="2" destOrd="0" parTransId="{0F1B6549-F998-4CA2-8929-BF42294AA2B8}" sibTransId="{AA397452-CF85-40EB-A25C-6550557DE6D6}"/>
    <dgm:cxn modelId="{161902A0-DCFC-477F-8FA6-47CC42F809BE}" type="presOf" srcId="{44DA5740-6CFC-4159-BC54-BF79822FBBE5}" destId="{AC7D7A75-921D-4886-9EB6-2AE00E443201}" srcOrd="0" destOrd="0" presId="urn:microsoft.com/office/officeart/2005/8/layout/list1"/>
    <dgm:cxn modelId="{FE33C9A7-6178-443A-BAF8-81F300B949CA}" type="presOf" srcId="{67C8CECD-CBCC-4DCD-B381-CE7073DF75A6}" destId="{AF026232-8276-4B49-9BD1-083DE9E3DBA5}" srcOrd="0" destOrd="0" presId="urn:microsoft.com/office/officeart/2005/8/layout/list1"/>
    <dgm:cxn modelId="{03F104AC-0A63-447A-A495-4281E05F7A49}" type="presOf" srcId="{E9EAB5FC-EE44-4DB1-A535-F65E0193846A}" destId="{824EC27D-44B6-492A-BE67-286CB48018CA}" srcOrd="0" destOrd="0" presId="urn:microsoft.com/office/officeart/2005/8/layout/list1"/>
    <dgm:cxn modelId="{CF5F94B5-BB4B-4B47-A3FC-2177CD29B5FA}" type="presOf" srcId="{EC7BE5B9-0082-4913-91FD-55DF403FC3AB}" destId="{F9CB1E6D-9DC9-4087-B91F-118F4793178A}" srcOrd="0" destOrd="3" presId="urn:microsoft.com/office/officeart/2005/8/layout/list1"/>
    <dgm:cxn modelId="{E01FBFC6-48B3-48D9-8E42-8975086932B0}" type="presOf" srcId="{4A90F00F-449B-4DD3-B3EA-24DDFFEDD44A}" destId="{76D08DEA-FBC0-49AD-8417-A9B1C7CC84EC}" srcOrd="1" destOrd="0" presId="urn:microsoft.com/office/officeart/2005/8/layout/list1"/>
    <dgm:cxn modelId="{BB16F4CB-8CDD-44A5-A115-89D9A8EC625C}" srcId="{4CEB60B1-25F2-4E42-B510-693B7FD3C5DD}" destId="{E9EAB5FC-EE44-4DB1-A535-F65E0193846A}" srcOrd="0" destOrd="0" parTransId="{ADE9B29D-DA26-4C20-8298-4CEA5EC34CC7}" sibTransId="{4381162B-612C-4164-BFE9-63DB6E12F6A5}"/>
    <dgm:cxn modelId="{093083CC-B4A9-494E-9933-649C214AFE45}" type="presOf" srcId="{4CEB60B1-25F2-4E42-B510-693B7FD3C5DD}" destId="{782DDA6C-7BC3-4A50-895C-C355436C158E}" srcOrd="1" destOrd="0" presId="urn:microsoft.com/office/officeart/2005/8/layout/list1"/>
    <dgm:cxn modelId="{697286CD-7687-4906-BECF-755EAF4A123D}" type="presOf" srcId="{81538D7C-A96B-4CA1-95A8-7820CD483E0C}" destId="{F9CB1E6D-9DC9-4087-B91F-118F4793178A}" srcOrd="0" destOrd="2" presId="urn:microsoft.com/office/officeart/2005/8/layout/list1"/>
    <dgm:cxn modelId="{4CB842D3-F1D4-47BD-9044-E3F56D9961F7}" type="presOf" srcId="{91BA9738-4529-4908-A5A5-D1BC59B47DFC}" destId="{F9CB1E6D-9DC9-4087-B91F-118F4793178A}" srcOrd="0" destOrd="0" presId="urn:microsoft.com/office/officeart/2005/8/layout/list1"/>
    <dgm:cxn modelId="{CB2E85D4-3724-4CB7-9B2B-A150C3B7CCBB}" type="presOf" srcId="{0CF0A89A-1899-44F8-9E9B-F13BAE2A9C3E}" destId="{F9CB1E6D-9DC9-4087-B91F-118F4793178A}" srcOrd="0" destOrd="4" presId="urn:microsoft.com/office/officeart/2005/8/layout/list1"/>
    <dgm:cxn modelId="{F41A7CE2-81F3-4B61-B1D2-3B94E6B6EC35}" type="presOf" srcId="{C95B5078-D4E6-432B-8F74-51435B74F808}" destId="{FC136BBC-3A0B-424E-9DBA-819D997079C0}" srcOrd="0" destOrd="1" presId="urn:microsoft.com/office/officeart/2005/8/layout/list1"/>
    <dgm:cxn modelId="{A61660E3-219C-4907-B067-4B4631298130}" srcId="{44DA5740-6CFC-4159-BC54-BF79822FBBE5}" destId="{0CF0A89A-1899-44F8-9E9B-F13BAE2A9C3E}" srcOrd="4" destOrd="0" parTransId="{2D771429-33A7-412B-98B9-3BC991CE2DF0}" sibTransId="{8F3CE485-B77E-488E-8135-AF316B31CBFE}"/>
    <dgm:cxn modelId="{3179AAEC-DF30-483B-ABD7-6BA48B3B65FC}" srcId="{4A90F00F-449B-4DD3-B3EA-24DDFFEDD44A}" destId="{50BECB71-981C-4358-95EF-65962A4EA81F}" srcOrd="0" destOrd="0" parTransId="{8AD1C5F6-4986-4517-851B-73FD8AC1FF29}" sibTransId="{D244F33E-F687-4B86-BFA4-A2BB98B970B6}"/>
    <dgm:cxn modelId="{DD6F51C4-914D-446C-9393-50444B084C35}" type="presParOf" srcId="{AF026232-8276-4B49-9BD1-083DE9E3DBA5}" destId="{B86A73B0-5B79-42DC-9067-D0F8A70AF048}" srcOrd="0" destOrd="0" presId="urn:microsoft.com/office/officeart/2005/8/layout/list1"/>
    <dgm:cxn modelId="{2113933E-68A0-4B2F-B861-2B674325B7FF}" type="presParOf" srcId="{B86A73B0-5B79-42DC-9067-D0F8A70AF048}" destId="{B86FB146-008D-4548-8C1A-EEC9FD7F2FC6}" srcOrd="0" destOrd="0" presId="urn:microsoft.com/office/officeart/2005/8/layout/list1"/>
    <dgm:cxn modelId="{178F9D93-8C8B-4690-88EB-EF325EEB3A23}" type="presParOf" srcId="{B86A73B0-5B79-42DC-9067-D0F8A70AF048}" destId="{76D08DEA-FBC0-49AD-8417-A9B1C7CC84EC}" srcOrd="1" destOrd="0" presId="urn:microsoft.com/office/officeart/2005/8/layout/list1"/>
    <dgm:cxn modelId="{A7E30284-6D78-497D-B78A-5EE892164CAC}" type="presParOf" srcId="{AF026232-8276-4B49-9BD1-083DE9E3DBA5}" destId="{6423C663-0800-4F5C-A68D-0E2CE7518131}" srcOrd="1" destOrd="0" presId="urn:microsoft.com/office/officeart/2005/8/layout/list1"/>
    <dgm:cxn modelId="{3961101A-B3DA-4601-867B-CDFBAB3379F0}" type="presParOf" srcId="{AF026232-8276-4B49-9BD1-083DE9E3DBA5}" destId="{FC136BBC-3A0B-424E-9DBA-819D997079C0}" srcOrd="2" destOrd="0" presId="urn:microsoft.com/office/officeart/2005/8/layout/list1"/>
    <dgm:cxn modelId="{3A8B9F97-51A4-43C9-999A-075E6DAE8C6F}" type="presParOf" srcId="{AF026232-8276-4B49-9BD1-083DE9E3DBA5}" destId="{8952F92F-7531-4B53-B260-2BBC2489B085}" srcOrd="3" destOrd="0" presId="urn:microsoft.com/office/officeart/2005/8/layout/list1"/>
    <dgm:cxn modelId="{CD4D1092-7BCA-4FFC-BB8E-1953B20D3F47}" type="presParOf" srcId="{AF026232-8276-4B49-9BD1-083DE9E3DBA5}" destId="{4D6477D5-D904-404D-AE96-EAD2D5AC424D}" srcOrd="4" destOrd="0" presId="urn:microsoft.com/office/officeart/2005/8/layout/list1"/>
    <dgm:cxn modelId="{52F8A2B3-D682-4DF8-9565-0060FCAFFF4B}" type="presParOf" srcId="{4D6477D5-D904-404D-AE96-EAD2D5AC424D}" destId="{83EC0D83-2FFA-46FC-B919-7E6BE77280F4}" srcOrd="0" destOrd="0" presId="urn:microsoft.com/office/officeart/2005/8/layout/list1"/>
    <dgm:cxn modelId="{DC655381-E9E9-4EE0-AB73-CA40C3E2415E}" type="presParOf" srcId="{4D6477D5-D904-404D-AE96-EAD2D5AC424D}" destId="{782DDA6C-7BC3-4A50-895C-C355436C158E}" srcOrd="1" destOrd="0" presId="urn:microsoft.com/office/officeart/2005/8/layout/list1"/>
    <dgm:cxn modelId="{5802DFC3-08B8-4A98-B314-16E41D42987B}" type="presParOf" srcId="{AF026232-8276-4B49-9BD1-083DE9E3DBA5}" destId="{5E59BCC2-E596-4CB7-BF0E-178E5649A916}" srcOrd="5" destOrd="0" presId="urn:microsoft.com/office/officeart/2005/8/layout/list1"/>
    <dgm:cxn modelId="{690161B2-4AA0-4145-9342-A235DAFF4B4B}" type="presParOf" srcId="{AF026232-8276-4B49-9BD1-083DE9E3DBA5}" destId="{824EC27D-44B6-492A-BE67-286CB48018CA}" srcOrd="6" destOrd="0" presId="urn:microsoft.com/office/officeart/2005/8/layout/list1"/>
    <dgm:cxn modelId="{309C102A-6237-433A-A3F6-100E21EDA2FA}" type="presParOf" srcId="{AF026232-8276-4B49-9BD1-083DE9E3DBA5}" destId="{0B4B16D3-ED92-4143-B3A2-5D1EAE655933}" srcOrd="7" destOrd="0" presId="urn:microsoft.com/office/officeart/2005/8/layout/list1"/>
    <dgm:cxn modelId="{A88FC0B5-4CBC-4058-AB57-4D1B27966E2B}" type="presParOf" srcId="{AF026232-8276-4B49-9BD1-083DE9E3DBA5}" destId="{4F104894-7A2F-4AA2-B98C-C3812E6B5234}" srcOrd="8" destOrd="0" presId="urn:microsoft.com/office/officeart/2005/8/layout/list1"/>
    <dgm:cxn modelId="{79144EE9-A06B-4F06-8341-DB222B6DD2DF}" type="presParOf" srcId="{4F104894-7A2F-4AA2-B98C-C3812E6B5234}" destId="{AC7D7A75-921D-4886-9EB6-2AE00E443201}" srcOrd="0" destOrd="0" presId="urn:microsoft.com/office/officeart/2005/8/layout/list1"/>
    <dgm:cxn modelId="{AE5DB274-97BB-4ADA-95C4-761E98564DE1}" type="presParOf" srcId="{4F104894-7A2F-4AA2-B98C-C3812E6B5234}" destId="{231E040F-64AA-49D4-861A-59BF7F9B90A9}" srcOrd="1" destOrd="0" presId="urn:microsoft.com/office/officeart/2005/8/layout/list1"/>
    <dgm:cxn modelId="{0AC7478E-155B-4528-BD53-A9A40D6C2F50}" type="presParOf" srcId="{AF026232-8276-4B49-9BD1-083DE9E3DBA5}" destId="{2A65E472-23EF-4318-853C-75144175497D}" srcOrd="9" destOrd="0" presId="urn:microsoft.com/office/officeart/2005/8/layout/list1"/>
    <dgm:cxn modelId="{046651CF-6A31-4F1D-A3CA-51BD2A953842}" type="presParOf" srcId="{AF026232-8276-4B49-9BD1-083DE9E3DBA5}" destId="{F9CB1E6D-9DC9-4087-B91F-118F4793178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A6D565-2E7C-4BC8-813E-87CF9C8DD737}">
      <dsp:nvSpPr>
        <dsp:cNvPr id="0" name=""/>
        <dsp:cNvSpPr/>
      </dsp:nvSpPr>
      <dsp:spPr>
        <a:xfrm>
          <a:off x="0" y="21224"/>
          <a:ext cx="7760208" cy="767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>
              <a:latin typeface="Gill Sans MT" panose="020B0502020104020203"/>
              <a:ea typeface="+mn-ea"/>
              <a:cs typeface="+mn-cs"/>
            </a:rPr>
            <a:t>On conducting the SAS Means procedure on the dataset provided, details gathered are shown in Table 1.1 in the appendix file:</a:t>
          </a:r>
          <a:endParaRPr lang="en-US" sz="1200" b="1" kern="1200" dirty="0">
            <a:latin typeface="Gill Sans MT" panose="020B0502020104020203"/>
            <a:ea typeface="+mn-ea"/>
            <a:cs typeface="+mn-cs"/>
          </a:endParaRPr>
        </a:p>
      </dsp:txBody>
      <dsp:txXfrm>
        <a:off x="37467" y="58691"/>
        <a:ext cx="7685274" cy="692586"/>
      </dsp:txXfrm>
    </dsp:sp>
    <dsp:sp modelId="{8D5ED013-770C-4E87-8D8D-0508C637E431}">
      <dsp:nvSpPr>
        <dsp:cNvPr id="0" name=""/>
        <dsp:cNvSpPr/>
      </dsp:nvSpPr>
      <dsp:spPr>
        <a:xfrm>
          <a:off x="0" y="803506"/>
          <a:ext cx="7760208" cy="767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Interpretations:</a:t>
          </a:r>
          <a:endParaRPr lang="en-US" sz="1200" kern="1200" dirty="0"/>
        </a:p>
      </dsp:txBody>
      <dsp:txXfrm>
        <a:off x="37467" y="840973"/>
        <a:ext cx="7685274" cy="692586"/>
      </dsp:txXfrm>
    </dsp:sp>
    <dsp:sp modelId="{D650F78A-41BE-4FFF-8C9D-00E018A080E2}">
      <dsp:nvSpPr>
        <dsp:cNvPr id="0" name=""/>
        <dsp:cNvSpPr/>
      </dsp:nvSpPr>
      <dsp:spPr>
        <a:xfrm>
          <a:off x="0" y="1615513"/>
          <a:ext cx="7760208" cy="678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387" tIns="15240" rIns="85344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b="0" i="0" kern="1200" baseline="0">
              <a:solidFill>
                <a:schemeClr val="tx2"/>
              </a:solidFill>
            </a:rPr>
            <a:t>Trained salespersons show an average increase of about </a:t>
          </a:r>
          <a:r>
            <a:rPr lang="en-US" sz="1200" b="1" i="0" kern="1200" baseline="0">
              <a:solidFill>
                <a:schemeClr val="tx2"/>
              </a:solidFill>
            </a:rPr>
            <a:t>£50.95 </a:t>
          </a:r>
          <a:r>
            <a:rPr lang="en-US" sz="1200" b="0" i="0" kern="1200" baseline="0">
              <a:solidFill>
                <a:schemeClr val="tx2"/>
              </a:solidFill>
            </a:rPr>
            <a:t>compared to untrained salespersons.</a:t>
          </a:r>
          <a:endParaRPr lang="en-US" sz="1200" kern="1200" dirty="0">
            <a:solidFill>
              <a:schemeClr val="tx2"/>
            </a:solidFill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b="0" i="0" kern="1200" baseline="0" dirty="0">
              <a:solidFill>
                <a:schemeClr val="tx2"/>
              </a:solidFill>
            </a:rPr>
            <a:t>Variability (standard deviation) is similar across both groups.</a:t>
          </a:r>
          <a:endParaRPr lang="en-US" sz="1200" kern="1200" dirty="0">
            <a:solidFill>
              <a:schemeClr val="tx2"/>
            </a:solidFill>
          </a:endParaRPr>
        </a:p>
      </dsp:txBody>
      <dsp:txXfrm>
        <a:off x="0" y="1615513"/>
        <a:ext cx="7760208" cy="678960"/>
      </dsp:txXfrm>
    </dsp:sp>
    <dsp:sp modelId="{7640286E-EBB1-48C3-BC7F-DB3B58D6BAC6}">
      <dsp:nvSpPr>
        <dsp:cNvPr id="0" name=""/>
        <dsp:cNvSpPr/>
      </dsp:nvSpPr>
      <dsp:spPr>
        <a:xfrm>
          <a:off x="0" y="2353304"/>
          <a:ext cx="7760208" cy="767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Initial observation:</a:t>
          </a:r>
          <a:br>
            <a:rPr lang="en-GB" sz="1200" kern="1200" dirty="0"/>
          </a:br>
          <a:r>
            <a:rPr lang="en-GB" sz="1200" kern="1200" dirty="0"/>
            <a:t>Training may have a small positive effect</a:t>
          </a:r>
          <a:endParaRPr lang="en-US" sz="1200" kern="1200" dirty="0"/>
        </a:p>
      </dsp:txBody>
      <dsp:txXfrm>
        <a:off x="37467" y="2390771"/>
        <a:ext cx="7685274" cy="6925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136BBC-3A0B-424E-9DBA-819D997079C0}">
      <dsp:nvSpPr>
        <dsp:cNvPr id="0" name=""/>
        <dsp:cNvSpPr/>
      </dsp:nvSpPr>
      <dsp:spPr>
        <a:xfrm>
          <a:off x="0" y="221989"/>
          <a:ext cx="5607050" cy="1323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5169" tIns="249936" rIns="435169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200" i="0" kern="1200" dirty="0"/>
            <a:t>	Both parametric (paired t-test) and non-parametric (Wilcoxon signed-rank test) yielded p-values above the 5% significance level, indicating no statistically significant difference in sales.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200" i="0" kern="1200" dirty="0"/>
            <a:t>   Confidence intervals for the mean difference straddle zero, reinforcing the null hypothesis. Statistical power may be insufficient to detect a small but real effect.</a:t>
          </a:r>
          <a:endParaRPr lang="en-US" sz="1200" kern="1200" dirty="0"/>
        </a:p>
      </dsp:txBody>
      <dsp:txXfrm>
        <a:off x="0" y="221989"/>
        <a:ext cx="5607050" cy="1323000"/>
      </dsp:txXfrm>
    </dsp:sp>
    <dsp:sp modelId="{76D08DEA-FBC0-49AD-8417-A9B1C7CC84EC}">
      <dsp:nvSpPr>
        <dsp:cNvPr id="0" name=""/>
        <dsp:cNvSpPr/>
      </dsp:nvSpPr>
      <dsp:spPr>
        <a:xfrm>
          <a:off x="280352" y="44869"/>
          <a:ext cx="3924935" cy="3542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353" tIns="0" rIns="14835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0" kern="1200"/>
            <a:t>Statistical Insight</a:t>
          </a:r>
          <a:endParaRPr lang="en-US" sz="1200" kern="1200"/>
        </a:p>
      </dsp:txBody>
      <dsp:txXfrm>
        <a:off x="297645" y="62162"/>
        <a:ext cx="3890349" cy="319654"/>
      </dsp:txXfrm>
    </dsp:sp>
    <dsp:sp modelId="{824EC27D-44B6-492A-BE67-286CB48018CA}">
      <dsp:nvSpPr>
        <dsp:cNvPr id="0" name=""/>
        <dsp:cNvSpPr/>
      </dsp:nvSpPr>
      <dsp:spPr>
        <a:xfrm>
          <a:off x="0" y="1786910"/>
          <a:ext cx="5607050" cy="661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5169" tIns="249936" rIns="435169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i="0" kern="1200" dirty="0"/>
            <a:t>	Do not implement the training course chain-wide based solely on this pilot study</a:t>
          </a:r>
          <a:endParaRPr lang="en-US" sz="1200" kern="1200" dirty="0"/>
        </a:p>
      </dsp:txBody>
      <dsp:txXfrm>
        <a:off x="0" y="1786910"/>
        <a:ext cx="5607050" cy="661500"/>
      </dsp:txXfrm>
    </dsp:sp>
    <dsp:sp modelId="{782DDA6C-7BC3-4A50-895C-C355436C158E}">
      <dsp:nvSpPr>
        <dsp:cNvPr id="0" name=""/>
        <dsp:cNvSpPr/>
      </dsp:nvSpPr>
      <dsp:spPr>
        <a:xfrm>
          <a:off x="280352" y="1609789"/>
          <a:ext cx="3924935" cy="3542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353" tIns="0" rIns="14835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0" kern="1200"/>
            <a:t>Recommendation to the Manager</a:t>
          </a:r>
          <a:endParaRPr lang="en-US" sz="1200" kern="1200"/>
        </a:p>
      </dsp:txBody>
      <dsp:txXfrm>
        <a:off x="297645" y="1627082"/>
        <a:ext cx="3890349" cy="319654"/>
      </dsp:txXfrm>
    </dsp:sp>
    <dsp:sp modelId="{F9CB1E6D-9DC9-4087-B91F-118F4793178A}">
      <dsp:nvSpPr>
        <dsp:cNvPr id="0" name=""/>
        <dsp:cNvSpPr/>
      </dsp:nvSpPr>
      <dsp:spPr>
        <a:xfrm>
          <a:off x="0" y="2690330"/>
          <a:ext cx="5607050" cy="219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5169" tIns="249936" rIns="435169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i="0" kern="1200" dirty="0"/>
            <a:t>   </a:t>
          </a:r>
          <a:r>
            <a:rPr lang="en-US" sz="1200" b="1" i="0" kern="1200" dirty="0"/>
            <a:t>Cost–benefit analysis</a:t>
          </a:r>
          <a:r>
            <a:rPr lang="en-US" sz="1200" i="0" kern="1200" dirty="0"/>
            <a:t>: Weigh training expenses against marginal sales increase.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i="0" kern="1200" dirty="0"/>
            <a:t>   </a:t>
          </a:r>
          <a:r>
            <a:rPr lang="en-US" sz="1200" b="1" i="0" kern="1200" dirty="0"/>
            <a:t>Control for confounders: </a:t>
          </a:r>
          <a:r>
            <a:rPr lang="en-US" sz="1200" i="0" kern="1200" dirty="0"/>
            <a:t>Consider additional variables such as salesperson experience, seasonal trends, and long-term customer behavior.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i="0" kern="1200" dirty="0"/>
            <a:t>   </a:t>
          </a:r>
          <a:r>
            <a:rPr lang="en-US" sz="1200" b="1" i="0" kern="1200" dirty="0"/>
            <a:t>A regression model (or a more advanced multilevel approach) </a:t>
          </a:r>
          <a:r>
            <a:rPr lang="en-US" sz="1200" i="0" kern="1200" dirty="0"/>
            <a:t>could help isolate the training effect.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i="0" kern="1200" dirty="0"/>
            <a:t>   </a:t>
          </a:r>
          <a:r>
            <a:rPr lang="en-US" sz="1200" b="1" i="0" kern="1200" dirty="0"/>
            <a:t>Longer-term / Larger-scale study: </a:t>
          </a:r>
          <a:r>
            <a:rPr lang="en-US" sz="1200" i="0" kern="1200" dirty="0"/>
            <a:t>Increases sample size and statistical power, potentially revealing a significant (though possibly modest) effect if it truly exists.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i="0" kern="1200" dirty="0"/>
            <a:t>   </a:t>
          </a:r>
          <a:r>
            <a:rPr lang="en-US" sz="1200" b="1" i="0" kern="1200" dirty="0"/>
            <a:t>Model Diagnostics</a:t>
          </a:r>
          <a:r>
            <a:rPr lang="en-US" sz="1200" i="0" kern="1200" dirty="0"/>
            <a:t>: Future analyses should incorporate residual plots, R² comparisons, and robustness checks to validate model accuracy.</a:t>
          </a:r>
          <a:endParaRPr lang="en-US" sz="1200" kern="1200" dirty="0"/>
        </a:p>
      </dsp:txBody>
      <dsp:txXfrm>
        <a:off x="0" y="2690330"/>
        <a:ext cx="5607050" cy="2192400"/>
      </dsp:txXfrm>
    </dsp:sp>
    <dsp:sp modelId="{231E040F-64AA-49D4-861A-59BF7F9B90A9}">
      <dsp:nvSpPr>
        <dsp:cNvPr id="0" name=""/>
        <dsp:cNvSpPr/>
      </dsp:nvSpPr>
      <dsp:spPr>
        <a:xfrm>
          <a:off x="280352" y="2513210"/>
          <a:ext cx="3924935" cy="3542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353" tIns="0" rIns="14835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0" kern="1200" dirty="0"/>
            <a:t>Further Considerations</a:t>
          </a:r>
          <a:endParaRPr lang="en-US" sz="1200" kern="1200" dirty="0"/>
        </a:p>
      </dsp:txBody>
      <dsp:txXfrm>
        <a:off x="297645" y="2530503"/>
        <a:ext cx="3890349" cy="31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932D-725C-45E7-A51B-24648AB1F3C7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FCC1A-0725-42FB-96E1-9A93DC8E30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3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932D-725C-45E7-A51B-24648AB1F3C7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FCC1A-0725-42FB-96E1-9A93DC8E30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7327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932D-725C-45E7-A51B-24648AB1F3C7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FCC1A-0725-42FB-96E1-9A93DC8E30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014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932D-725C-45E7-A51B-24648AB1F3C7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FCC1A-0725-42FB-96E1-9A93DC8E30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3400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932D-725C-45E7-A51B-24648AB1F3C7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FCC1A-0725-42FB-96E1-9A93DC8E30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116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932D-725C-45E7-A51B-24648AB1F3C7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FCC1A-0725-42FB-96E1-9A93DC8E30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6052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932D-725C-45E7-A51B-24648AB1F3C7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FCC1A-0725-42FB-96E1-9A93DC8E30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239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932D-725C-45E7-A51B-24648AB1F3C7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FCC1A-0725-42FB-96E1-9A93DC8E30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677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8024932D-725C-45E7-A51B-24648AB1F3C7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FCC1A-0725-42FB-96E1-9A93DC8E30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245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932D-725C-45E7-A51B-24648AB1F3C7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FCC1A-0725-42FB-96E1-9A93DC8E30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7597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932D-725C-45E7-A51B-24648AB1F3C7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FCC1A-0725-42FB-96E1-9A93DC8E30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9050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8024932D-725C-45E7-A51B-24648AB1F3C7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472FCC1A-0725-42FB-96E1-9A93DC8E30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6607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D0AF9-60E1-ED36-3769-3A8823644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58969" y="2386744"/>
            <a:ext cx="5928358" cy="1645920"/>
          </a:xfrm>
        </p:spPr>
        <p:txBody>
          <a:bodyPr>
            <a:normAutofit/>
          </a:bodyPr>
          <a:lstStyle/>
          <a:p>
            <a:r>
              <a:rPr lang="en-GB"/>
              <a:t>DATT Assessment</a:t>
            </a:r>
            <a:br>
              <a:rPr lang="en-GB"/>
            </a:b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AE560B-BFEC-0593-6D58-B89B43C42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8969" y="4352544"/>
            <a:ext cx="5928358" cy="1239894"/>
          </a:xfrm>
        </p:spPr>
        <p:txBody>
          <a:bodyPr>
            <a:normAutofit/>
          </a:bodyPr>
          <a:lstStyle/>
          <a:p>
            <a:r>
              <a:rPr lang="en-GB"/>
              <a:t>A presentation by group 27</a:t>
            </a:r>
          </a:p>
          <a:p>
            <a:endParaRPr lang="en-GB"/>
          </a:p>
        </p:txBody>
      </p:sp>
      <p:pic>
        <p:nvPicPr>
          <p:cNvPr id="15" name="Picture 14" descr="Graph on document with pen">
            <a:extLst>
              <a:ext uri="{FF2B5EF4-FFF2-40B4-BE49-F238E27FC236}">
                <a16:creationId xmlns:a16="http://schemas.microsoft.com/office/drawing/2014/main" id="{18EF3B93-7D55-1562-B3B8-ADB1252F24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11" r="20488" b="-1"/>
          <a:stretch/>
        </p:blipFill>
        <p:spPr>
          <a:xfrm>
            <a:off x="20" y="10"/>
            <a:ext cx="465427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78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7F460BB-FB87-45F2-BD48-0F23BCD24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08EDB96-A550-BA70-F174-FD7C94BEB0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51" r="30524"/>
          <a:stretch/>
        </p:blipFill>
        <p:spPr>
          <a:xfrm>
            <a:off x="4654296" y="10"/>
            <a:ext cx="7537704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3C61F8-6755-D8E8-9957-2FE408230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968" y="2834640"/>
            <a:ext cx="5928360" cy="1188720"/>
          </a:xfrm>
          <a:solidFill>
            <a:schemeClr val="bg1">
              <a:alpha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>
            <a:normAutofit/>
          </a:bodyPr>
          <a:lstStyle/>
          <a:p>
            <a:r>
              <a:rPr lang="en-GB" sz="2200">
                <a:solidFill>
                  <a:schemeClr val="tx1">
                    <a:lumMod val="85000"/>
                    <a:lumOff val="15000"/>
                  </a:schemeClr>
                </a:solidFill>
              </a:rPr>
              <a:t>Business Case for the Cosmetics Sales Training Course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A4EAC6-502B-AA2F-6DE3-F8E75D42F5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1" y="973600"/>
            <a:ext cx="3374136" cy="49242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Context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</a:b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A UK department store chain piloted a training course for cosmetics sales staff to assess if training improves sales performance.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Objective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</a:b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To statistically compare sales receipts for trained (Take1) and untrained (Take2) salespersons and advise on the training’s effectiveness.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Analysis approach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342900" marR="0" lvl="0" indent="-34290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1300" dirty="0">
                <a:solidFill>
                  <a:srgbClr val="FFFFFF"/>
                </a:solidFill>
              </a:rPr>
              <a:t>Descriptive statistics </a:t>
            </a:r>
          </a:p>
          <a:p>
            <a:pPr marL="342900" marR="0" lvl="0" indent="-34290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1300" dirty="0">
                <a:solidFill>
                  <a:srgbClr val="FFFFFF"/>
                </a:solidFill>
              </a:rPr>
              <a:t>Normality assessment using visualizations </a:t>
            </a:r>
          </a:p>
          <a:p>
            <a:pPr marL="342900" marR="0" lvl="0" indent="-34290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1300" dirty="0">
                <a:solidFill>
                  <a:srgbClr val="FFFFFF"/>
                </a:solidFill>
              </a:rPr>
              <a:t>Parametric and non-parametric hypothesis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4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sz="1300" b="1" dirty="0">
                <a:solidFill>
                  <a:srgbClr val="FFFFFF"/>
                </a:solidFill>
              </a:rPr>
              <a:t>and finally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What recommendations can be made based on the results?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3471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F55850-EF14-9BA4-51BA-80B5EB5C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8210" y="311381"/>
            <a:ext cx="5507654" cy="1032620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Descriptive</a:t>
            </a:r>
            <a:r>
              <a:rPr lang="en-GB" sz="3200" dirty="0"/>
              <a:t> statistics</a:t>
            </a:r>
          </a:p>
        </p:txBody>
      </p:sp>
      <p:graphicFrame>
        <p:nvGraphicFramePr>
          <p:cNvPr id="1036" name="Content Placeholder 27">
            <a:extLst>
              <a:ext uri="{FF2B5EF4-FFF2-40B4-BE49-F238E27FC236}">
                <a16:creationId xmlns:a16="http://schemas.microsoft.com/office/drawing/2014/main" id="{246A3D2C-B069-308D-8D34-E64616DA35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6303235"/>
              </p:ext>
            </p:extLst>
          </p:nvPr>
        </p:nvGraphicFramePr>
        <p:xfrm>
          <a:off x="295656" y="1878008"/>
          <a:ext cx="7760208" cy="31420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1E38697A-543C-B2A8-6AD4-783E3E0AE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751" y="2513725"/>
            <a:ext cx="3565593" cy="140630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9002446-DBF1-2CC6-9A23-3563059F324C}"/>
              </a:ext>
            </a:extLst>
          </p:cNvPr>
          <p:cNvSpPr txBox="1"/>
          <p:nvPr/>
        </p:nvSpPr>
        <p:spPr>
          <a:xfrm>
            <a:off x="9927336" y="3998562"/>
            <a:ext cx="1645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>
                <a:solidFill>
                  <a:schemeClr val="tx2"/>
                </a:solidFill>
              </a:rPr>
              <a:t>Table 1.1</a:t>
            </a:r>
          </a:p>
        </p:txBody>
      </p:sp>
    </p:spTree>
    <p:extLst>
      <p:ext uri="{BB962C8B-B14F-4D97-AF65-F5344CB8AC3E}">
        <p14:creationId xmlns:p14="http://schemas.microsoft.com/office/powerpoint/2010/main" val="3714743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528457-E335-DC16-F18B-A1D5F661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8F5B-8454-7DCD-1953-1084EEC20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556" y="273558"/>
            <a:ext cx="6197103" cy="1105744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000" b="1" i="0" dirty="0">
                <a:effectLst/>
              </a:rPr>
              <a:t>Normality assessment</a:t>
            </a:r>
            <a:br>
              <a:rPr lang="en-US" sz="2000" b="1" i="0" dirty="0">
                <a:effectLst/>
              </a:rPr>
            </a:br>
            <a:endParaRPr lang="en-US" sz="2000" dirty="0"/>
          </a:p>
        </p:txBody>
      </p:sp>
      <p:sp>
        <p:nvSpPr>
          <p:cNvPr id="3133" name="Rectangle 3132">
            <a:extLst>
              <a:ext uri="{FF2B5EF4-FFF2-40B4-BE49-F238E27FC236}">
                <a16:creationId xmlns:a16="http://schemas.microsoft.com/office/drawing/2014/main" id="{E3BC0364-4B58-4841-A227-00A6A59E0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-2"/>
            <a:ext cx="4657344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5" name="Rectangle 3134">
            <a:extLst>
              <a:ext uri="{FF2B5EF4-FFF2-40B4-BE49-F238E27FC236}">
                <a16:creationId xmlns:a16="http://schemas.microsoft.com/office/drawing/2014/main" id="{A029A1F4-D02D-48E4-9331-6870B23B4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0813" y="479893"/>
            <a:ext cx="3685031" cy="5458969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37" name="Rectangle 3136">
            <a:extLst>
              <a:ext uri="{FF2B5EF4-FFF2-40B4-BE49-F238E27FC236}">
                <a16:creationId xmlns:a16="http://schemas.microsoft.com/office/drawing/2014/main" id="{D06A8CF3-711E-4C63-9DD5-53A2696C0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6411" y="644485"/>
            <a:ext cx="3353835" cy="5129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A graph with a blue line&#10;&#10;AI-generated content may be incorrect.">
            <a:extLst>
              <a:ext uri="{FF2B5EF4-FFF2-40B4-BE49-F238E27FC236}">
                <a16:creationId xmlns:a16="http://schemas.microsoft.com/office/drawing/2014/main" id="{9BBFE2AA-D898-7944-FDA5-71D224F1E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4814"/>
          <a:stretch/>
        </p:blipFill>
        <p:spPr bwMode="auto">
          <a:xfrm>
            <a:off x="8221563" y="840324"/>
            <a:ext cx="3026664" cy="234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Placeholder 9" descr="A graph with blue dots&#10;&#10;AI-generated content may be incorrect.">
            <a:extLst>
              <a:ext uri="{FF2B5EF4-FFF2-40B4-BE49-F238E27FC236}">
                <a16:creationId xmlns:a16="http://schemas.microsoft.com/office/drawing/2014/main" id="{21ACE624-EB69-9B06-3B6D-34A5E3C1C2E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r="4" b="6251"/>
          <a:stretch/>
        </p:blipFill>
        <p:spPr>
          <a:xfrm>
            <a:off x="8221563" y="3273385"/>
            <a:ext cx="3026664" cy="2348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52542BA-D15E-DAB9-6B9D-AB25AE141146}"/>
              </a:ext>
            </a:extLst>
          </p:cNvPr>
          <p:cNvSpPr txBox="1"/>
          <p:nvPr/>
        </p:nvSpPr>
        <p:spPr>
          <a:xfrm>
            <a:off x="8981313" y="5970108"/>
            <a:ext cx="18478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i="1" dirty="0">
                <a:solidFill>
                  <a:schemeClr val="bg1">
                    <a:lumMod val="95000"/>
                  </a:schemeClr>
                </a:solidFill>
              </a:rPr>
              <a:t>Diagram 1.1 - QQ Plot and Histogram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33FAE7-A9DE-B5D6-23CD-E63FD1E312EB}"/>
              </a:ext>
            </a:extLst>
          </p:cNvPr>
          <p:cNvSpPr txBox="1"/>
          <p:nvPr/>
        </p:nvSpPr>
        <p:spPr>
          <a:xfrm>
            <a:off x="651754" y="1546018"/>
            <a:ext cx="6311905" cy="118186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0" indent="0" algn="just">
              <a:buNone/>
            </a:pPr>
            <a:r>
              <a:rPr lang="en-GB" sz="1200" b="1" dirty="0">
                <a:solidFill>
                  <a:schemeClr val="bg1">
                    <a:lumMod val="95000"/>
                  </a:schemeClr>
                </a:solidFill>
              </a:rPr>
              <a:t>Objective</a:t>
            </a:r>
          </a:p>
          <a:p>
            <a:pPr marL="0" indent="0" algn="just">
              <a:buNone/>
            </a:pPr>
            <a:r>
              <a:rPr lang="en-GB" sz="1200" dirty="0">
                <a:solidFill>
                  <a:schemeClr val="bg1">
                    <a:lumMod val="95000"/>
                  </a:schemeClr>
                </a:solidFill>
              </a:rPr>
              <a:t>Investigate the distributional assumptions needed for a parametric test (i.e., paired t-test).</a:t>
            </a:r>
          </a:p>
          <a:p>
            <a:pPr marL="0" indent="0" algn="just">
              <a:buNone/>
            </a:pPr>
            <a:r>
              <a:rPr lang="en-GB" sz="1200" b="1" dirty="0">
                <a:solidFill>
                  <a:schemeClr val="bg1">
                    <a:lumMod val="95000"/>
                  </a:schemeClr>
                </a:solidFill>
              </a:rPr>
              <a:t>Assumption</a:t>
            </a:r>
          </a:p>
          <a:p>
            <a:pPr marL="0" indent="0" algn="just">
              <a:buNone/>
            </a:pPr>
            <a:r>
              <a:rPr lang="en-GB" sz="1200" dirty="0">
                <a:solidFill>
                  <a:schemeClr val="bg1">
                    <a:lumMod val="95000"/>
                  </a:schemeClr>
                </a:solidFill>
              </a:rPr>
              <a:t>“For the paired t-test to be valid, the differences between sales must follow a normal distribution.”</a:t>
            </a:r>
          </a:p>
          <a:p>
            <a:pPr marL="0" indent="0" algn="just">
              <a:buNone/>
            </a:pPr>
            <a:r>
              <a:rPr lang="en-GB" sz="1200" b="1" dirty="0">
                <a:solidFill>
                  <a:schemeClr val="bg1">
                    <a:lumMod val="95000"/>
                  </a:schemeClr>
                </a:solidFill>
              </a:rPr>
              <a:t>How ?</a:t>
            </a:r>
          </a:p>
          <a:p>
            <a:pPr algn="just">
              <a:lnSpc>
                <a:spcPct val="90000"/>
              </a:lnSpc>
            </a:pPr>
            <a:r>
              <a:rPr lang="en-GB" sz="1200" dirty="0">
                <a:solidFill>
                  <a:schemeClr val="bg1">
                    <a:lumMod val="95000"/>
                  </a:schemeClr>
                </a:solidFill>
              </a:rPr>
              <a:t>Histogram and QQ Plot of Differences </a:t>
            </a:r>
            <a:endParaRPr lang="en-GB" sz="1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E70963-4F2D-D8DE-A8B8-632887010DFC}"/>
              </a:ext>
            </a:extLst>
          </p:cNvPr>
          <p:cNvSpPr txBox="1"/>
          <p:nvPr/>
        </p:nvSpPr>
        <p:spPr>
          <a:xfrm>
            <a:off x="651754" y="2805235"/>
            <a:ext cx="2960126" cy="175432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95000"/>
                  </a:schemeClr>
                </a:solidFill>
              </a:rPr>
              <a:t>Histogram</a:t>
            </a:r>
          </a:p>
          <a:p>
            <a:pPr lvl="0">
              <a:lnSpc>
                <a:spcPct val="100000"/>
              </a:lnSpc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Shape: Approximately symmetric and bell-shaped.</a:t>
            </a:r>
          </a:p>
          <a:p>
            <a:pPr lvl="0">
              <a:lnSpc>
                <a:spcPct val="100000"/>
              </a:lnSpc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Outliers: Minor deviations in tails (e.g., left tail at -£410, right tail at £601).</a:t>
            </a:r>
          </a:p>
          <a:p>
            <a:pPr lvl="0">
              <a:lnSpc>
                <a:spcPct val="100000"/>
              </a:lnSpc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Conclusion: Visual alignment with the overlaid normal curve (μ = £50.95, σ = £187.83) supports normality.</a:t>
            </a:r>
          </a:p>
          <a:p>
            <a:endParaRPr lang="en-GB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3576CF-805B-EEB9-8256-CC9D7B868E0A}"/>
              </a:ext>
            </a:extLst>
          </p:cNvPr>
          <p:cNvSpPr txBox="1"/>
          <p:nvPr/>
        </p:nvSpPr>
        <p:spPr>
          <a:xfrm>
            <a:off x="3905553" y="2805235"/>
            <a:ext cx="3058106" cy="175432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95000"/>
                  </a:schemeClr>
                </a:solidFill>
              </a:rPr>
              <a:t>QQ Plot</a:t>
            </a:r>
          </a:p>
          <a:p>
            <a:pPr lvl="0">
              <a:lnSpc>
                <a:spcPct val="100000"/>
              </a:lnSpc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Central Quantiles: Points closely follow the reference line</a:t>
            </a:r>
          </a:p>
          <a:p>
            <a:pPr lvl="0">
              <a:lnSpc>
                <a:spcPct val="100000"/>
              </a:lnSpc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Tails: Slight deviations at extremes (observed 99th percentile = £601 vs. estimated £488).</a:t>
            </a:r>
          </a:p>
          <a:p>
            <a:pPr lvl="0">
              <a:lnSpc>
                <a:spcPct val="100000"/>
              </a:lnSpc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Conclusion: Majority of data aligns with normality; minor tail deviations are acceptable for large samples.</a:t>
            </a:r>
          </a:p>
          <a:p>
            <a:endParaRPr lang="en-GB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983E95-EEAC-A813-F38B-FDD50D6880E6}"/>
              </a:ext>
            </a:extLst>
          </p:cNvPr>
          <p:cNvSpPr txBox="1"/>
          <p:nvPr/>
        </p:nvSpPr>
        <p:spPr>
          <a:xfrm>
            <a:off x="651754" y="4681728"/>
            <a:ext cx="2960126" cy="206210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lang="en-GB" sz="1200" b="1" dirty="0">
                <a:solidFill>
                  <a:schemeClr val="bg1">
                    <a:lumMod val="95000"/>
                  </a:schemeClr>
                </a:solidFill>
              </a:rPr>
              <a:t>Tenability of Assumption:</a:t>
            </a:r>
          </a:p>
          <a:p>
            <a:pPr algn="l">
              <a:spcAft>
                <a:spcPts val="300"/>
              </a:spcAft>
            </a:pPr>
            <a:r>
              <a:rPr lang="en-GB" sz="1200" dirty="0">
                <a:solidFill>
                  <a:schemeClr val="bg1">
                    <a:lumMod val="95000"/>
                  </a:schemeClr>
                </a:solidFill>
              </a:rPr>
              <a:t>Supported by both graphical tests</a:t>
            </a:r>
          </a:p>
          <a:p>
            <a:pPr algn="l">
              <a:spcAft>
                <a:spcPts val="300"/>
              </a:spcAft>
            </a:pPr>
            <a:r>
              <a:rPr lang="en-GB" sz="1200" dirty="0">
                <a:solidFill>
                  <a:schemeClr val="bg1">
                    <a:lumMod val="95000"/>
                  </a:schemeClr>
                </a:solidFill>
              </a:rPr>
              <a:t>Moderately large sample size makes t-test tolerant to minor deviations in tails.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GB" sz="1200" b="1" dirty="0">
                <a:solidFill>
                  <a:schemeClr val="bg1">
                    <a:lumMod val="95000"/>
                  </a:schemeClr>
                </a:solidFill>
              </a:rPr>
              <a:t>Limitations: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GB" sz="1200" dirty="0">
                <a:solidFill>
                  <a:schemeClr val="bg1">
                    <a:lumMod val="95000"/>
                  </a:schemeClr>
                </a:solidFill>
              </a:rPr>
              <a:t>Slight skewness in tails suggests potential outliers 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GB" sz="1200" dirty="0">
                <a:solidFill>
                  <a:schemeClr val="bg1">
                    <a:lumMod val="95000"/>
                  </a:schemeClr>
                </a:solidFill>
              </a:rPr>
              <a:t>Impact on results? Minimal, as central tendency aligns with normality.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B74878-15F2-DA5D-120C-16B5C834540B}"/>
              </a:ext>
            </a:extLst>
          </p:cNvPr>
          <p:cNvSpPr txBox="1"/>
          <p:nvPr/>
        </p:nvSpPr>
        <p:spPr>
          <a:xfrm>
            <a:off x="3939755" y="4697116"/>
            <a:ext cx="3023904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chemeClr val="bg1">
                    <a:lumMod val="95000"/>
                  </a:schemeClr>
                </a:solidFill>
              </a:rPr>
              <a:t>Conclusion:</a:t>
            </a:r>
            <a:br>
              <a:rPr lang="en-GB" sz="1200" b="1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200" b="1" dirty="0">
                <a:solidFill>
                  <a:schemeClr val="bg1">
                    <a:lumMod val="95000"/>
                  </a:schemeClr>
                </a:solidFill>
              </a:rPr>
              <a:t>Normality assumption is reasonably tenable → parametric test is valid.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782309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6DF685-908F-F02B-13B1-B9E656E07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49A10-F4C0-E910-BA74-34FDE72DC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8928" y="964692"/>
            <a:ext cx="6092952" cy="1188720"/>
          </a:xfrm>
          <a:prstGeom prst="rect">
            <a:avLst/>
          </a:prstGeo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b="1" i="0">
                <a:effectLst/>
              </a:rPr>
              <a:t>Suitable Parametric test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2F55FB-298A-D306-AFF0-BE69C11FC9E9}"/>
              </a:ext>
            </a:extLst>
          </p:cNvPr>
          <p:cNvSpPr txBox="1"/>
          <p:nvPr/>
        </p:nvSpPr>
        <p:spPr>
          <a:xfrm>
            <a:off x="378022" y="827546"/>
            <a:ext cx="4229623" cy="553047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200" b="1" dirty="0">
                <a:solidFill>
                  <a:schemeClr val="tx2"/>
                </a:solidFill>
              </a:rPr>
              <a:t>Objective</a:t>
            </a:r>
          </a:p>
          <a:p>
            <a:pPr marL="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Determine if sales training significantly impacts performance.</a:t>
            </a:r>
          </a:p>
          <a:p>
            <a:pPr marL="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Justify test selection and interpret results for business decisions.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200" b="1" dirty="0">
                <a:solidFill>
                  <a:schemeClr val="tx2"/>
                </a:solidFill>
              </a:rPr>
              <a:t>Suitable test: Paired T-Test</a:t>
            </a:r>
          </a:p>
          <a:p>
            <a:pPr marL="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A parametric test comparing means of two groups. This test is performed on an assumption that the two groups are logically related. 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200" b="1" dirty="0">
                <a:solidFill>
                  <a:schemeClr val="tx2"/>
                </a:solidFill>
              </a:rPr>
              <a:t>Why paired T-Test?</a:t>
            </a:r>
          </a:p>
          <a:p>
            <a:pPr marL="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T-test’s heavier tails give more conservative confidence intervals when σ is estimated.</a:t>
            </a:r>
          </a:p>
          <a:p>
            <a:pPr marL="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Z-test would underestimate uncertainty by assuming σ is known.</a:t>
            </a:r>
          </a:p>
          <a:p>
            <a:pPr marL="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Matched Pairs: Each trained salesperson is compared to their untrained counterpart in the same store. Hence the two groups are logically related. 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200" b="1" dirty="0">
                <a:solidFill>
                  <a:schemeClr val="tx2"/>
                </a:solidFill>
              </a:rPr>
              <a:t>How?</a:t>
            </a:r>
          </a:p>
          <a:p>
            <a:pPr marL="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Null hypotheses: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Training has no effect on sales</a:t>
            </a:r>
          </a:p>
          <a:p>
            <a:pPr marL="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Alternative Hypothesis: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Training is significantly effective</a:t>
            </a:r>
          </a:p>
          <a:p>
            <a:pPr marL="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2"/>
              </a:solidFill>
            </a:endParaRPr>
          </a:p>
          <a:p>
            <a:pPr marL="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2"/>
              </a:solidFill>
            </a:endParaRPr>
          </a:p>
        </p:txBody>
      </p:sp>
      <p:pic>
        <p:nvPicPr>
          <p:cNvPr id="4098" name="Picture 2" descr="A table with numbers and a few words&#10;&#10;AI-generated content may be incorrect.">
            <a:extLst>
              <a:ext uri="{FF2B5EF4-FFF2-40B4-BE49-F238E27FC236}">
                <a16:creationId xmlns:a16="http://schemas.microsoft.com/office/drawing/2014/main" id="{1D5ABADC-A0AB-BE3C-4507-95CE4223B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46269" y="3132053"/>
            <a:ext cx="2885611" cy="19510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B8AE6ED-E92B-46F2-CACF-4EF8A57BC1F6}"/>
              </a:ext>
            </a:extLst>
          </p:cNvPr>
          <p:cNvGrpSpPr/>
          <p:nvPr/>
        </p:nvGrpSpPr>
        <p:grpSpPr>
          <a:xfrm>
            <a:off x="5138928" y="2610453"/>
            <a:ext cx="2820953" cy="2994265"/>
            <a:chOff x="4500249" y="1683656"/>
            <a:chExt cx="3657601" cy="3648644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B704DB6-D6BE-5434-ACED-D8066D6EE391}"/>
                </a:ext>
              </a:extLst>
            </p:cNvPr>
            <p:cNvSpPr/>
            <p:nvPr/>
          </p:nvSpPr>
          <p:spPr>
            <a:xfrm>
              <a:off x="4500249" y="1683656"/>
              <a:ext cx="3657601" cy="584107"/>
            </a:xfrm>
            <a:custGeom>
              <a:avLst/>
              <a:gdLst>
                <a:gd name="connsiteX0" fmla="*/ 0 w 3657601"/>
                <a:gd name="connsiteY0" fmla="*/ 97353 h 584107"/>
                <a:gd name="connsiteX1" fmla="*/ 97353 w 3657601"/>
                <a:gd name="connsiteY1" fmla="*/ 0 h 584107"/>
                <a:gd name="connsiteX2" fmla="*/ 3560248 w 3657601"/>
                <a:gd name="connsiteY2" fmla="*/ 0 h 584107"/>
                <a:gd name="connsiteX3" fmla="*/ 3657601 w 3657601"/>
                <a:gd name="connsiteY3" fmla="*/ 97353 h 584107"/>
                <a:gd name="connsiteX4" fmla="*/ 3657601 w 3657601"/>
                <a:gd name="connsiteY4" fmla="*/ 486754 h 584107"/>
                <a:gd name="connsiteX5" fmla="*/ 3560248 w 3657601"/>
                <a:gd name="connsiteY5" fmla="*/ 584107 h 584107"/>
                <a:gd name="connsiteX6" fmla="*/ 97353 w 3657601"/>
                <a:gd name="connsiteY6" fmla="*/ 584107 h 584107"/>
                <a:gd name="connsiteX7" fmla="*/ 0 w 3657601"/>
                <a:gd name="connsiteY7" fmla="*/ 486754 h 584107"/>
                <a:gd name="connsiteX8" fmla="*/ 0 w 3657601"/>
                <a:gd name="connsiteY8" fmla="*/ 97353 h 58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57601" h="584107">
                  <a:moveTo>
                    <a:pt x="0" y="97353"/>
                  </a:moveTo>
                  <a:cubicBezTo>
                    <a:pt x="0" y="43586"/>
                    <a:pt x="43586" y="0"/>
                    <a:pt x="97353" y="0"/>
                  </a:cubicBezTo>
                  <a:lnTo>
                    <a:pt x="3560248" y="0"/>
                  </a:lnTo>
                  <a:cubicBezTo>
                    <a:pt x="3614015" y="0"/>
                    <a:pt x="3657601" y="43586"/>
                    <a:pt x="3657601" y="97353"/>
                  </a:cubicBezTo>
                  <a:lnTo>
                    <a:pt x="3657601" y="486754"/>
                  </a:lnTo>
                  <a:cubicBezTo>
                    <a:pt x="3657601" y="540521"/>
                    <a:pt x="3614015" y="584107"/>
                    <a:pt x="3560248" y="584107"/>
                  </a:cubicBezTo>
                  <a:lnTo>
                    <a:pt x="97353" y="584107"/>
                  </a:lnTo>
                  <a:cubicBezTo>
                    <a:pt x="43586" y="584107"/>
                    <a:pt x="0" y="540521"/>
                    <a:pt x="0" y="486754"/>
                  </a:cubicBezTo>
                  <a:lnTo>
                    <a:pt x="0" y="97353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shade val="8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614" tIns="66614" rIns="66614" bIns="66614" numCol="1" spcCol="1270" anchor="ctr" anchorCtr="0">
              <a:noAutofit/>
            </a:bodyPr>
            <a:lstStyle/>
            <a:p>
              <a:pPr algn="ctr" defTabSz="26172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Interpretations</a:t>
              </a:r>
              <a:endParaRPr lang="en-US" sz="1200" kern="1200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EB616B0-C67D-0C15-DFBA-A63D99A74F37}"/>
                </a:ext>
              </a:extLst>
            </p:cNvPr>
            <p:cNvSpPr/>
            <p:nvPr/>
          </p:nvSpPr>
          <p:spPr>
            <a:xfrm>
              <a:off x="4500249" y="2296564"/>
              <a:ext cx="3657601" cy="584107"/>
            </a:xfrm>
            <a:custGeom>
              <a:avLst/>
              <a:gdLst>
                <a:gd name="connsiteX0" fmla="*/ 0 w 3657601"/>
                <a:gd name="connsiteY0" fmla="*/ 97353 h 584107"/>
                <a:gd name="connsiteX1" fmla="*/ 97353 w 3657601"/>
                <a:gd name="connsiteY1" fmla="*/ 0 h 584107"/>
                <a:gd name="connsiteX2" fmla="*/ 3560248 w 3657601"/>
                <a:gd name="connsiteY2" fmla="*/ 0 h 584107"/>
                <a:gd name="connsiteX3" fmla="*/ 3657601 w 3657601"/>
                <a:gd name="connsiteY3" fmla="*/ 97353 h 584107"/>
                <a:gd name="connsiteX4" fmla="*/ 3657601 w 3657601"/>
                <a:gd name="connsiteY4" fmla="*/ 486754 h 584107"/>
                <a:gd name="connsiteX5" fmla="*/ 3560248 w 3657601"/>
                <a:gd name="connsiteY5" fmla="*/ 584107 h 584107"/>
                <a:gd name="connsiteX6" fmla="*/ 97353 w 3657601"/>
                <a:gd name="connsiteY6" fmla="*/ 584107 h 584107"/>
                <a:gd name="connsiteX7" fmla="*/ 0 w 3657601"/>
                <a:gd name="connsiteY7" fmla="*/ 486754 h 584107"/>
                <a:gd name="connsiteX8" fmla="*/ 0 w 3657601"/>
                <a:gd name="connsiteY8" fmla="*/ 97353 h 58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57601" h="584107">
                  <a:moveTo>
                    <a:pt x="0" y="97353"/>
                  </a:moveTo>
                  <a:cubicBezTo>
                    <a:pt x="0" y="43586"/>
                    <a:pt x="43586" y="0"/>
                    <a:pt x="97353" y="0"/>
                  </a:cubicBezTo>
                  <a:lnTo>
                    <a:pt x="3560248" y="0"/>
                  </a:lnTo>
                  <a:cubicBezTo>
                    <a:pt x="3614015" y="0"/>
                    <a:pt x="3657601" y="43586"/>
                    <a:pt x="3657601" y="97353"/>
                  </a:cubicBezTo>
                  <a:lnTo>
                    <a:pt x="3657601" y="486754"/>
                  </a:lnTo>
                  <a:cubicBezTo>
                    <a:pt x="3657601" y="540521"/>
                    <a:pt x="3614015" y="584107"/>
                    <a:pt x="3560248" y="584107"/>
                  </a:cubicBezTo>
                  <a:lnTo>
                    <a:pt x="97353" y="584107"/>
                  </a:lnTo>
                  <a:cubicBezTo>
                    <a:pt x="43586" y="584107"/>
                    <a:pt x="0" y="540521"/>
                    <a:pt x="0" y="486754"/>
                  </a:cubicBezTo>
                  <a:lnTo>
                    <a:pt x="0" y="97353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shade val="80000"/>
                <a:hueOff val="6631"/>
                <a:satOff val="332"/>
                <a:lumOff val="3750"/>
                <a:alphaOff val="0"/>
              </a:schemeClr>
            </a:fillRef>
            <a:effectRef idx="0">
              <a:schemeClr val="accent2">
                <a:shade val="80000"/>
                <a:hueOff val="6631"/>
                <a:satOff val="332"/>
                <a:lumOff val="375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614" tIns="66614" rIns="66614" bIns="66614" numCol="1" spcCol="1270" anchor="ctr" anchorCtr="0">
              <a:noAutofit/>
            </a:bodyPr>
            <a:lstStyle/>
            <a:p>
              <a:pPr defTabSz="261729">
                <a:spcBef>
                  <a:spcPct val="0"/>
                </a:spcBef>
                <a:spcAft>
                  <a:spcPct val="35000"/>
                </a:spcAft>
              </a:pPr>
              <a:r>
                <a:rPr lang="en-GB" sz="800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P-value is less than 0.05 which means that we fail to reject the initial hypotheses that training is ineffective at a 95% confidence level.</a:t>
              </a:r>
              <a:endParaRPr lang="en-US" sz="800" kern="1200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964FD42-7A48-3356-B2DA-20D3359DAE9A}"/>
                </a:ext>
              </a:extLst>
            </p:cNvPr>
            <p:cNvSpPr/>
            <p:nvPr/>
          </p:nvSpPr>
          <p:spPr>
            <a:xfrm>
              <a:off x="4500249" y="2909471"/>
              <a:ext cx="3657601" cy="584107"/>
            </a:xfrm>
            <a:custGeom>
              <a:avLst/>
              <a:gdLst>
                <a:gd name="connsiteX0" fmla="*/ 0 w 3657601"/>
                <a:gd name="connsiteY0" fmla="*/ 97353 h 584107"/>
                <a:gd name="connsiteX1" fmla="*/ 97353 w 3657601"/>
                <a:gd name="connsiteY1" fmla="*/ 0 h 584107"/>
                <a:gd name="connsiteX2" fmla="*/ 3560248 w 3657601"/>
                <a:gd name="connsiteY2" fmla="*/ 0 h 584107"/>
                <a:gd name="connsiteX3" fmla="*/ 3657601 w 3657601"/>
                <a:gd name="connsiteY3" fmla="*/ 97353 h 584107"/>
                <a:gd name="connsiteX4" fmla="*/ 3657601 w 3657601"/>
                <a:gd name="connsiteY4" fmla="*/ 486754 h 584107"/>
                <a:gd name="connsiteX5" fmla="*/ 3560248 w 3657601"/>
                <a:gd name="connsiteY5" fmla="*/ 584107 h 584107"/>
                <a:gd name="connsiteX6" fmla="*/ 97353 w 3657601"/>
                <a:gd name="connsiteY6" fmla="*/ 584107 h 584107"/>
                <a:gd name="connsiteX7" fmla="*/ 0 w 3657601"/>
                <a:gd name="connsiteY7" fmla="*/ 486754 h 584107"/>
                <a:gd name="connsiteX8" fmla="*/ 0 w 3657601"/>
                <a:gd name="connsiteY8" fmla="*/ 97353 h 58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57601" h="584107">
                  <a:moveTo>
                    <a:pt x="0" y="97353"/>
                  </a:moveTo>
                  <a:cubicBezTo>
                    <a:pt x="0" y="43586"/>
                    <a:pt x="43586" y="0"/>
                    <a:pt x="97353" y="0"/>
                  </a:cubicBezTo>
                  <a:lnTo>
                    <a:pt x="3560248" y="0"/>
                  </a:lnTo>
                  <a:cubicBezTo>
                    <a:pt x="3614015" y="0"/>
                    <a:pt x="3657601" y="43586"/>
                    <a:pt x="3657601" y="97353"/>
                  </a:cubicBezTo>
                  <a:lnTo>
                    <a:pt x="3657601" y="486754"/>
                  </a:lnTo>
                  <a:cubicBezTo>
                    <a:pt x="3657601" y="540521"/>
                    <a:pt x="3614015" y="584107"/>
                    <a:pt x="3560248" y="584107"/>
                  </a:cubicBezTo>
                  <a:lnTo>
                    <a:pt x="97353" y="584107"/>
                  </a:lnTo>
                  <a:cubicBezTo>
                    <a:pt x="43586" y="584107"/>
                    <a:pt x="0" y="540521"/>
                    <a:pt x="0" y="486754"/>
                  </a:cubicBezTo>
                  <a:lnTo>
                    <a:pt x="0" y="97353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shade val="80000"/>
                <a:hueOff val="13263"/>
                <a:satOff val="663"/>
                <a:lumOff val="7500"/>
                <a:alphaOff val="0"/>
              </a:schemeClr>
            </a:fillRef>
            <a:effectRef idx="0">
              <a:schemeClr val="accent2">
                <a:shade val="80000"/>
                <a:hueOff val="13263"/>
                <a:satOff val="663"/>
                <a:lumOff val="750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614" tIns="66614" rIns="66614" bIns="66614" numCol="1" spcCol="1270" anchor="ctr" anchorCtr="0">
              <a:noAutofit/>
            </a:bodyPr>
            <a:lstStyle/>
            <a:p>
              <a:pPr defTabSz="26172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800" dirty="0"/>
                <a:t>Confidence interval is -£9.12 to £111.00 — Includes £0, meaning the training’s impact is uncertain (could range from a slight loss to a significant gain)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EE0372-A146-6628-BD29-82765CBC62BC}"/>
                </a:ext>
              </a:extLst>
            </p:cNvPr>
            <p:cNvSpPr/>
            <p:nvPr/>
          </p:nvSpPr>
          <p:spPr>
            <a:xfrm>
              <a:off x="4500249" y="3493578"/>
              <a:ext cx="3657601" cy="584107"/>
            </a:xfrm>
            <a:custGeom>
              <a:avLst/>
              <a:gdLst>
                <a:gd name="connsiteX0" fmla="*/ 0 w 3657601"/>
                <a:gd name="connsiteY0" fmla="*/ 97353 h 584107"/>
                <a:gd name="connsiteX1" fmla="*/ 97353 w 3657601"/>
                <a:gd name="connsiteY1" fmla="*/ 0 h 584107"/>
                <a:gd name="connsiteX2" fmla="*/ 3560248 w 3657601"/>
                <a:gd name="connsiteY2" fmla="*/ 0 h 584107"/>
                <a:gd name="connsiteX3" fmla="*/ 3657601 w 3657601"/>
                <a:gd name="connsiteY3" fmla="*/ 97353 h 584107"/>
                <a:gd name="connsiteX4" fmla="*/ 3657601 w 3657601"/>
                <a:gd name="connsiteY4" fmla="*/ 486754 h 584107"/>
                <a:gd name="connsiteX5" fmla="*/ 3560248 w 3657601"/>
                <a:gd name="connsiteY5" fmla="*/ 584107 h 584107"/>
                <a:gd name="connsiteX6" fmla="*/ 97353 w 3657601"/>
                <a:gd name="connsiteY6" fmla="*/ 584107 h 584107"/>
                <a:gd name="connsiteX7" fmla="*/ 0 w 3657601"/>
                <a:gd name="connsiteY7" fmla="*/ 486754 h 584107"/>
                <a:gd name="connsiteX8" fmla="*/ 0 w 3657601"/>
                <a:gd name="connsiteY8" fmla="*/ 97353 h 58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57601" h="584107">
                  <a:moveTo>
                    <a:pt x="0" y="97353"/>
                  </a:moveTo>
                  <a:cubicBezTo>
                    <a:pt x="0" y="43586"/>
                    <a:pt x="43586" y="0"/>
                    <a:pt x="97353" y="0"/>
                  </a:cubicBezTo>
                  <a:lnTo>
                    <a:pt x="3560248" y="0"/>
                  </a:lnTo>
                  <a:cubicBezTo>
                    <a:pt x="3614015" y="0"/>
                    <a:pt x="3657601" y="43586"/>
                    <a:pt x="3657601" y="97353"/>
                  </a:cubicBezTo>
                  <a:lnTo>
                    <a:pt x="3657601" y="486754"/>
                  </a:lnTo>
                  <a:cubicBezTo>
                    <a:pt x="3657601" y="540521"/>
                    <a:pt x="3614015" y="584107"/>
                    <a:pt x="3560248" y="584107"/>
                  </a:cubicBezTo>
                  <a:lnTo>
                    <a:pt x="97353" y="584107"/>
                  </a:lnTo>
                  <a:cubicBezTo>
                    <a:pt x="43586" y="584107"/>
                    <a:pt x="0" y="540521"/>
                    <a:pt x="0" y="486754"/>
                  </a:cubicBezTo>
                  <a:lnTo>
                    <a:pt x="0" y="97353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shade val="80000"/>
                <a:hueOff val="19894"/>
                <a:satOff val="995"/>
                <a:lumOff val="11251"/>
                <a:alphaOff val="0"/>
              </a:schemeClr>
            </a:fillRef>
            <a:effectRef idx="0">
              <a:schemeClr val="accent2">
                <a:shade val="80000"/>
                <a:hueOff val="19894"/>
                <a:satOff val="995"/>
                <a:lumOff val="11251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614" tIns="66614" rIns="66614" bIns="66614" numCol="1" spcCol="1270" anchor="ctr" anchorCtr="0">
              <a:noAutofit/>
            </a:bodyPr>
            <a:lstStyle/>
            <a:p>
              <a:pPr defTabSz="261729">
                <a:spcBef>
                  <a:spcPct val="0"/>
                </a:spcBef>
                <a:spcAft>
                  <a:spcPct val="35000"/>
                </a:spcAft>
              </a:pPr>
              <a:r>
                <a:rPr lang="en-US" sz="800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The findings of t-test are shown in table 1.2 of the appendix file</a:t>
              </a:r>
              <a:endParaRPr lang="en-US" sz="800" kern="1200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48B5965-EC68-4512-C078-F1FB472B69C9}"/>
                </a:ext>
              </a:extLst>
            </p:cNvPr>
            <p:cNvSpPr/>
            <p:nvPr/>
          </p:nvSpPr>
          <p:spPr>
            <a:xfrm>
              <a:off x="4500249" y="4120886"/>
              <a:ext cx="3657601" cy="584107"/>
            </a:xfrm>
            <a:custGeom>
              <a:avLst/>
              <a:gdLst>
                <a:gd name="connsiteX0" fmla="*/ 0 w 3657601"/>
                <a:gd name="connsiteY0" fmla="*/ 97353 h 584107"/>
                <a:gd name="connsiteX1" fmla="*/ 97353 w 3657601"/>
                <a:gd name="connsiteY1" fmla="*/ 0 h 584107"/>
                <a:gd name="connsiteX2" fmla="*/ 3560248 w 3657601"/>
                <a:gd name="connsiteY2" fmla="*/ 0 h 584107"/>
                <a:gd name="connsiteX3" fmla="*/ 3657601 w 3657601"/>
                <a:gd name="connsiteY3" fmla="*/ 97353 h 584107"/>
                <a:gd name="connsiteX4" fmla="*/ 3657601 w 3657601"/>
                <a:gd name="connsiteY4" fmla="*/ 486754 h 584107"/>
                <a:gd name="connsiteX5" fmla="*/ 3560248 w 3657601"/>
                <a:gd name="connsiteY5" fmla="*/ 584107 h 584107"/>
                <a:gd name="connsiteX6" fmla="*/ 97353 w 3657601"/>
                <a:gd name="connsiteY6" fmla="*/ 584107 h 584107"/>
                <a:gd name="connsiteX7" fmla="*/ 0 w 3657601"/>
                <a:gd name="connsiteY7" fmla="*/ 486754 h 584107"/>
                <a:gd name="connsiteX8" fmla="*/ 0 w 3657601"/>
                <a:gd name="connsiteY8" fmla="*/ 97353 h 58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57601" h="584107">
                  <a:moveTo>
                    <a:pt x="0" y="97353"/>
                  </a:moveTo>
                  <a:cubicBezTo>
                    <a:pt x="0" y="43586"/>
                    <a:pt x="43586" y="0"/>
                    <a:pt x="97353" y="0"/>
                  </a:cubicBezTo>
                  <a:lnTo>
                    <a:pt x="3560248" y="0"/>
                  </a:lnTo>
                  <a:cubicBezTo>
                    <a:pt x="3614015" y="0"/>
                    <a:pt x="3657601" y="43586"/>
                    <a:pt x="3657601" y="97353"/>
                  </a:cubicBezTo>
                  <a:lnTo>
                    <a:pt x="3657601" y="486754"/>
                  </a:lnTo>
                  <a:cubicBezTo>
                    <a:pt x="3657601" y="540521"/>
                    <a:pt x="3614015" y="584107"/>
                    <a:pt x="3560248" y="584107"/>
                  </a:cubicBezTo>
                  <a:lnTo>
                    <a:pt x="97353" y="584107"/>
                  </a:lnTo>
                  <a:cubicBezTo>
                    <a:pt x="43586" y="584107"/>
                    <a:pt x="0" y="540521"/>
                    <a:pt x="0" y="486754"/>
                  </a:cubicBezTo>
                  <a:lnTo>
                    <a:pt x="0" y="97353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shade val="80000"/>
                <a:hueOff val="26525"/>
                <a:satOff val="1326"/>
                <a:lumOff val="15001"/>
                <a:alphaOff val="0"/>
              </a:schemeClr>
            </a:fillRef>
            <a:effectRef idx="0">
              <a:schemeClr val="accent2">
                <a:shade val="80000"/>
                <a:hueOff val="26525"/>
                <a:satOff val="1326"/>
                <a:lumOff val="15001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614" tIns="66614" rIns="66614" bIns="66614" numCol="1" spcCol="1270" anchor="ctr" anchorCtr="0">
              <a:noAutofit/>
            </a:bodyPr>
            <a:lstStyle/>
            <a:p>
              <a:pPr defTabSz="261729">
                <a:spcBef>
                  <a:spcPct val="0"/>
                </a:spcBef>
                <a:spcAft>
                  <a:spcPct val="35000"/>
                </a:spcAft>
              </a:pPr>
              <a:r>
                <a:rPr lang="en-GB" sz="800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Practically, a £50.95 average increase for trained salespersons suggests a potential positive trend, but variability in results (wide CI) means this could range from a £9.12 loss to a £111.00 gain.</a:t>
              </a:r>
              <a:endParaRPr lang="en-US" sz="800" kern="120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931D05C-C62E-E696-6D9F-CC7D65211C91}"/>
                </a:ext>
              </a:extLst>
            </p:cNvPr>
            <p:cNvSpPr/>
            <p:nvPr/>
          </p:nvSpPr>
          <p:spPr>
            <a:xfrm>
              <a:off x="4500249" y="4748193"/>
              <a:ext cx="3657601" cy="584107"/>
            </a:xfrm>
            <a:custGeom>
              <a:avLst/>
              <a:gdLst>
                <a:gd name="connsiteX0" fmla="*/ 0 w 3657601"/>
                <a:gd name="connsiteY0" fmla="*/ 97353 h 584107"/>
                <a:gd name="connsiteX1" fmla="*/ 97353 w 3657601"/>
                <a:gd name="connsiteY1" fmla="*/ 0 h 584107"/>
                <a:gd name="connsiteX2" fmla="*/ 3560248 w 3657601"/>
                <a:gd name="connsiteY2" fmla="*/ 0 h 584107"/>
                <a:gd name="connsiteX3" fmla="*/ 3657601 w 3657601"/>
                <a:gd name="connsiteY3" fmla="*/ 97353 h 584107"/>
                <a:gd name="connsiteX4" fmla="*/ 3657601 w 3657601"/>
                <a:gd name="connsiteY4" fmla="*/ 486754 h 584107"/>
                <a:gd name="connsiteX5" fmla="*/ 3560248 w 3657601"/>
                <a:gd name="connsiteY5" fmla="*/ 584107 h 584107"/>
                <a:gd name="connsiteX6" fmla="*/ 97353 w 3657601"/>
                <a:gd name="connsiteY6" fmla="*/ 584107 h 584107"/>
                <a:gd name="connsiteX7" fmla="*/ 0 w 3657601"/>
                <a:gd name="connsiteY7" fmla="*/ 486754 h 584107"/>
                <a:gd name="connsiteX8" fmla="*/ 0 w 3657601"/>
                <a:gd name="connsiteY8" fmla="*/ 97353 h 584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57601" h="584107">
                  <a:moveTo>
                    <a:pt x="0" y="97353"/>
                  </a:moveTo>
                  <a:cubicBezTo>
                    <a:pt x="0" y="43586"/>
                    <a:pt x="43586" y="0"/>
                    <a:pt x="97353" y="0"/>
                  </a:cubicBezTo>
                  <a:lnTo>
                    <a:pt x="3560248" y="0"/>
                  </a:lnTo>
                  <a:cubicBezTo>
                    <a:pt x="3614015" y="0"/>
                    <a:pt x="3657601" y="43586"/>
                    <a:pt x="3657601" y="97353"/>
                  </a:cubicBezTo>
                  <a:lnTo>
                    <a:pt x="3657601" y="486754"/>
                  </a:lnTo>
                  <a:cubicBezTo>
                    <a:pt x="3657601" y="540521"/>
                    <a:pt x="3614015" y="584107"/>
                    <a:pt x="3560248" y="584107"/>
                  </a:cubicBezTo>
                  <a:lnTo>
                    <a:pt x="97353" y="584107"/>
                  </a:lnTo>
                  <a:cubicBezTo>
                    <a:pt x="43586" y="584107"/>
                    <a:pt x="0" y="540521"/>
                    <a:pt x="0" y="486754"/>
                  </a:cubicBezTo>
                  <a:lnTo>
                    <a:pt x="0" y="97353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shade val="80000"/>
                <a:hueOff val="33157"/>
                <a:satOff val="1658"/>
                <a:lumOff val="18751"/>
                <a:alphaOff val="0"/>
              </a:schemeClr>
            </a:fillRef>
            <a:effectRef idx="0">
              <a:schemeClr val="accent2">
                <a:shade val="80000"/>
                <a:hueOff val="33157"/>
                <a:satOff val="1658"/>
                <a:lumOff val="18751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614" tIns="66614" rIns="66614" bIns="66614" numCol="1" spcCol="1270" anchor="ctr" anchorCtr="0">
              <a:noAutofit/>
            </a:bodyPr>
            <a:lstStyle/>
            <a:p>
              <a:pPr defTabSz="261729">
                <a:spcBef>
                  <a:spcPct val="0"/>
                </a:spcBef>
                <a:spcAft>
                  <a:spcPct val="35000"/>
                </a:spcAft>
              </a:pPr>
              <a:r>
                <a:rPr lang="en-GB" sz="800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Borderline significance (p ≈ 0.09) warrants further investigation.</a:t>
              </a:r>
              <a:endParaRPr lang="en-US" sz="800" kern="120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1BA9E1E-73C1-F656-E7D7-C53C1A10EE21}"/>
              </a:ext>
            </a:extLst>
          </p:cNvPr>
          <p:cNvSpPr txBox="1"/>
          <p:nvPr/>
        </p:nvSpPr>
        <p:spPr>
          <a:xfrm>
            <a:off x="8837676" y="2775555"/>
            <a:ext cx="348615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>
                <a:solidFill>
                  <a:schemeClr val="tx2"/>
                </a:solidFill>
              </a:rPr>
              <a:t>T-Test results summary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9BB186-C747-70F1-DB42-63F8AC4BAD6C}"/>
              </a:ext>
            </a:extLst>
          </p:cNvPr>
          <p:cNvSpPr txBox="1"/>
          <p:nvPr/>
        </p:nvSpPr>
        <p:spPr>
          <a:xfrm>
            <a:off x="9428226" y="5125370"/>
            <a:ext cx="11525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tx2"/>
                </a:solidFill>
              </a:rPr>
              <a:t>Table 1.2</a:t>
            </a:r>
          </a:p>
        </p:txBody>
      </p:sp>
    </p:spTree>
    <p:extLst>
      <p:ext uri="{BB962C8B-B14F-4D97-AF65-F5344CB8AC3E}">
        <p14:creationId xmlns:p14="http://schemas.microsoft.com/office/powerpoint/2010/main" val="179440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966A4D4-049A-4389-B407-0E7091A07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72915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E48ECC-AF53-B703-9608-80C7541F3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061" y="280616"/>
            <a:ext cx="4475892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1500" b="1" i="0" dirty="0">
                <a:effectLst/>
              </a:rPr>
              <a:t>Wilcoxon Signed-Rank Test Results &amp; Critical Comparison</a:t>
            </a:r>
            <a:br>
              <a:rPr lang="en-US" sz="1500" b="1" i="0" dirty="0">
                <a:effectLst/>
              </a:rPr>
            </a:br>
            <a:endParaRPr lang="en-US" sz="15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1ED32C-587A-D667-1432-0EFFA9F94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3148" y="1701688"/>
            <a:ext cx="4230101" cy="1093830"/>
          </a:xfrm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algn="l">
              <a:spcAft>
                <a:spcPts val="300"/>
              </a:spcAft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Interpretation:</a:t>
            </a:r>
          </a:p>
          <a:p>
            <a:pPr marL="0" lvl="1"/>
            <a:r>
              <a:rPr lang="en-US" b="0" dirty="0">
                <a:solidFill>
                  <a:schemeClr val="bg1">
                    <a:lumMod val="95000"/>
                  </a:schemeClr>
                </a:solidFill>
              </a:rPr>
              <a:t>Fail to reject H0​ at 5% significance (p=0.134&gt;0.05p=0.134&gt;0.05).</a:t>
            </a:r>
          </a:p>
          <a:p>
            <a:pPr marL="0" lvl="1"/>
            <a:r>
              <a:rPr lang="en-US" b="0" dirty="0">
                <a:solidFill>
                  <a:schemeClr val="bg1">
                    <a:lumMod val="95000"/>
                  </a:schemeClr>
                </a:solidFill>
              </a:rPr>
              <a:t>No statistically significant evidence that training improves median sales</a:t>
            </a:r>
            <a:r>
              <a:rPr lang="en-US" b="0" i="0" dirty="0">
                <a:solidFill>
                  <a:schemeClr val="bg1">
                    <a:lumMod val="95000"/>
                  </a:schemeClr>
                </a:solidFill>
                <a:effectLst/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899359-8523-4D4D-B568-3FDFAF982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032" y="640080"/>
            <a:ext cx="4818888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9C9585-DA89-4D7E-BCDF-576461A1A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77586" y="806357"/>
            <a:ext cx="4511266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AAE54D-8FCB-9FB6-C7EA-AE8B6EB0EAE2}"/>
              </a:ext>
            </a:extLst>
          </p:cNvPr>
          <p:cNvSpPr txBox="1"/>
          <p:nvPr/>
        </p:nvSpPr>
        <p:spPr>
          <a:xfrm>
            <a:off x="5591695" y="1402080"/>
            <a:ext cx="5320696" cy="4053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418BACE0-0D2E-A9C8-A346-66B9B1F6A21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60696523"/>
              </p:ext>
            </p:extLst>
          </p:nvPr>
        </p:nvGraphicFramePr>
        <p:xfrm>
          <a:off x="338328" y="2947819"/>
          <a:ext cx="5090300" cy="332496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38415">
                  <a:extLst>
                    <a:ext uri="{9D8B030D-6E8A-4147-A177-3AD203B41FA5}">
                      <a16:colId xmlns:a16="http://schemas.microsoft.com/office/drawing/2014/main" val="1466950139"/>
                    </a:ext>
                  </a:extLst>
                </a:gridCol>
                <a:gridCol w="1837436">
                  <a:extLst>
                    <a:ext uri="{9D8B030D-6E8A-4147-A177-3AD203B41FA5}">
                      <a16:colId xmlns:a16="http://schemas.microsoft.com/office/drawing/2014/main" val="2627072563"/>
                    </a:ext>
                  </a:extLst>
                </a:gridCol>
                <a:gridCol w="1714449">
                  <a:extLst>
                    <a:ext uri="{9D8B030D-6E8A-4147-A177-3AD203B41FA5}">
                      <a16:colId xmlns:a16="http://schemas.microsoft.com/office/drawing/2014/main" val="915077337"/>
                    </a:ext>
                  </a:extLst>
                </a:gridCol>
              </a:tblGrid>
              <a:tr h="504652">
                <a:tc>
                  <a:txBody>
                    <a:bodyPr/>
                    <a:lstStyle/>
                    <a:p>
                      <a:pPr algn="l"/>
                      <a:r>
                        <a:rPr lang="en-GB" sz="1200" kern="1200" dirty="0">
                          <a:solidFill>
                            <a:srgbClr val="404040"/>
                          </a:solidFill>
                        </a:rPr>
                        <a:t>Aspect</a:t>
                      </a:r>
                      <a:endParaRPr lang="en-GB" sz="1200" kern="1200" dirty="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53" marR="66253" marT="33127" marB="3312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kern="1200" dirty="0">
                          <a:solidFill>
                            <a:srgbClr val="404040"/>
                          </a:solidFill>
                        </a:rPr>
                        <a:t>Paired t-test</a:t>
                      </a:r>
                      <a:endParaRPr lang="en-GB" sz="1200" kern="1200" dirty="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53" marR="66253" marT="33127" marB="3312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kern="1200" dirty="0">
                          <a:solidFill>
                            <a:srgbClr val="404040"/>
                          </a:solidFill>
                        </a:rPr>
                        <a:t>Wilcoxon Test</a:t>
                      </a:r>
                      <a:endParaRPr lang="en-GB" sz="1200" kern="1200" dirty="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53" marR="66253" marT="33127" marB="3312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444882"/>
                  </a:ext>
                </a:extLst>
              </a:tr>
              <a:tr h="759715">
                <a:tc>
                  <a:txBody>
                    <a:bodyPr/>
                    <a:lstStyle/>
                    <a:p>
                      <a:pPr algn="l"/>
                      <a:r>
                        <a:rPr lang="en-GB" sz="1200" kern="1200" dirty="0">
                          <a:solidFill>
                            <a:srgbClr val="404040"/>
                          </a:solidFill>
                        </a:rPr>
                        <a:t>Assumptions</a:t>
                      </a:r>
                      <a:endParaRPr lang="en-GB" sz="1200" kern="1200" dirty="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53" marR="66253" marT="33127" marB="3312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kern="1200" dirty="0">
                          <a:solidFill>
                            <a:srgbClr val="404040"/>
                          </a:solidFill>
                        </a:rPr>
                        <a:t>Normality of differences</a:t>
                      </a:r>
                      <a:endParaRPr lang="en-GB" sz="1200" kern="1200" dirty="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53" marR="66253" marT="33127" marB="3312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kern="1200" dirty="0">
                          <a:solidFill>
                            <a:srgbClr val="404040"/>
                          </a:solidFill>
                        </a:rPr>
                        <a:t>No distributional assumptions</a:t>
                      </a:r>
                      <a:endParaRPr lang="en-GB" sz="1200" kern="1200" dirty="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53" marR="66253" marT="33127" marB="3312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076988"/>
                  </a:ext>
                </a:extLst>
              </a:tr>
              <a:tr h="759715">
                <a:tc>
                  <a:txBody>
                    <a:bodyPr/>
                    <a:lstStyle/>
                    <a:p>
                      <a:pPr algn="l"/>
                      <a:r>
                        <a:rPr lang="en-GB" sz="1200" kern="1200" dirty="0">
                          <a:solidFill>
                            <a:srgbClr val="404040"/>
                          </a:solidFill>
                        </a:rPr>
                        <a:t>Central Tendency</a:t>
                      </a:r>
                      <a:endParaRPr lang="en-GB" sz="1200" kern="1200" dirty="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53" marR="66253" marT="33127" marB="3312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kern="1200" dirty="0">
                          <a:solidFill>
                            <a:srgbClr val="404040"/>
                          </a:solidFill>
                        </a:rPr>
                        <a:t>Mean difference = £50.95</a:t>
                      </a:r>
                      <a:endParaRPr lang="en-GB" sz="1200" kern="1200" dirty="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53" marR="66253" marT="33127" marB="3312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kern="1200">
                          <a:solidFill>
                            <a:srgbClr val="404040"/>
                          </a:solidFill>
                        </a:rPr>
                        <a:t>Median difference = £43.00</a:t>
                      </a:r>
                      <a:endParaRPr lang="en-GB" sz="1200" kern="120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53" marR="66253" marT="33127" marB="3312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922770"/>
                  </a:ext>
                </a:extLst>
              </a:tr>
              <a:tr h="759715">
                <a:tc>
                  <a:txBody>
                    <a:bodyPr/>
                    <a:lstStyle/>
                    <a:p>
                      <a:pPr algn="l"/>
                      <a:r>
                        <a:rPr lang="en-GB" sz="1200" kern="1200" dirty="0">
                          <a:solidFill>
                            <a:srgbClr val="404040"/>
                          </a:solidFill>
                        </a:rPr>
                        <a:t>p-value</a:t>
                      </a:r>
                      <a:endParaRPr lang="en-GB" sz="1200" kern="1200" dirty="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53" marR="66253" marT="33127" marB="3312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kern="1200" dirty="0">
                          <a:solidFill>
                            <a:srgbClr val="404040"/>
                          </a:solidFill>
                        </a:rPr>
                        <a:t>0.094 (borderline)</a:t>
                      </a:r>
                      <a:endParaRPr lang="en-GB" sz="1200" kern="1200" dirty="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53" marR="66253" marT="33127" marB="3312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kern="1200" dirty="0">
                          <a:solidFill>
                            <a:srgbClr val="404040"/>
                          </a:solidFill>
                        </a:rPr>
                        <a:t>0.134 (clear non-significant)</a:t>
                      </a:r>
                      <a:endParaRPr lang="en-GB" sz="1200" kern="1200" dirty="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53" marR="66253" marT="33127" marB="3312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691447"/>
                  </a:ext>
                </a:extLst>
              </a:tr>
              <a:tr h="541168">
                <a:tc>
                  <a:txBody>
                    <a:bodyPr/>
                    <a:lstStyle/>
                    <a:p>
                      <a:pPr algn="l"/>
                      <a:r>
                        <a:rPr lang="en-GB" sz="1200" kern="1200" dirty="0">
                          <a:solidFill>
                            <a:srgbClr val="404040"/>
                          </a:solidFill>
                        </a:rPr>
                        <a:t>Sensitivity</a:t>
                      </a:r>
                      <a:endParaRPr lang="en-GB" sz="1200" kern="1200" dirty="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53" marR="66253" marT="33127" marB="3312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kern="1200" dirty="0">
                          <a:solidFill>
                            <a:srgbClr val="404040"/>
                          </a:solidFill>
                        </a:rPr>
                        <a:t>Sensitive to outliers</a:t>
                      </a:r>
                      <a:endParaRPr lang="en-GB" sz="1200" kern="1200" dirty="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53" marR="66253" marT="33127" marB="3312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kern="1200" dirty="0">
                          <a:solidFill>
                            <a:srgbClr val="404040"/>
                          </a:solidFill>
                        </a:rPr>
                        <a:t>Robust to outliers</a:t>
                      </a:r>
                      <a:endParaRPr lang="en-GB" sz="1200" kern="1200" dirty="0">
                        <a:solidFill>
                          <a:srgbClr val="4040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253" marR="66253" marT="33127" marB="3312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511624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05768C8C-2B92-776B-1FEE-446067408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586" y="874976"/>
            <a:ext cx="4278362" cy="4443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1527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09FDAF4-C4A9-C2B6-6F01-0BFBB7F1B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>
            <a:solidFill>
              <a:schemeClr val="bg1"/>
            </a:solidFill>
          </a:ln>
        </p:spPr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en-US" sz="1800" b="1" i="0" dirty="0">
                <a:solidFill>
                  <a:schemeClr val="bg1"/>
                </a:solidFill>
                <a:effectLst/>
              </a:rPr>
              <a:t>Business Recommendations</a:t>
            </a:r>
            <a:endParaRPr lang="en-US" sz="1800" dirty="0">
              <a:solidFill>
                <a:schemeClr val="bg1"/>
              </a:solidFill>
            </a:endParaRPr>
          </a:p>
        </p:txBody>
      </p:sp>
      <p:graphicFrame>
        <p:nvGraphicFramePr>
          <p:cNvPr id="28" name="TextBox 25">
            <a:extLst>
              <a:ext uri="{FF2B5EF4-FFF2-40B4-BE49-F238E27FC236}">
                <a16:creationId xmlns:a16="http://schemas.microsoft.com/office/drawing/2014/main" id="{4C0CD989-2160-757D-D77C-CA5C653CD3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5306169"/>
              </p:ext>
            </p:extLst>
          </p:nvPr>
        </p:nvGraphicFramePr>
        <p:xfrm>
          <a:off x="5619750" y="965200"/>
          <a:ext cx="560705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6908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A3357-3FCE-0E5F-E88B-99D30F9A2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3B84C04-3B11-FA58-F4F8-03D5EAB8C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DF52485-A0BC-F32D-B21D-C596BF4C71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51" r="30524"/>
          <a:stretch/>
        </p:blipFill>
        <p:spPr>
          <a:xfrm>
            <a:off x="4743676" y="0"/>
            <a:ext cx="744832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C5971-06D8-B706-4FED-ADDD9B381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448" y="2670048"/>
            <a:ext cx="6144768" cy="1517904"/>
          </a:xfrm>
          <a:solidFill>
            <a:schemeClr val="bg1">
              <a:alpha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GB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Investment Strategy for Suburban Licensed Properties</a:t>
            </a:r>
            <a:endParaRPr lang="en-GB" sz="2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F1A28C-2513-C68A-158E-9658870306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2143" y="848210"/>
            <a:ext cx="4330011" cy="5161579"/>
          </a:xfrm>
          <a:prstGeom prst="rec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GB" sz="1200" b="1" dirty="0"/>
              <a:t>Context:</a:t>
            </a:r>
            <a:br>
              <a:rPr lang="en-GB" sz="1200" dirty="0"/>
            </a:br>
            <a:r>
              <a:rPr lang="en-GB" sz="1200" dirty="0"/>
              <a:t>The Pub and Restaurant Group aims to expand its portfolio of suburban licensed properties cost-effectively. With expensive structural surveys and architect consultations limiting in-depth investigations, the group needs a predictive model to assess potential investment value quickly.</a:t>
            </a:r>
          </a:p>
          <a:p>
            <a:pPr marL="0" indent="0">
              <a:buNone/>
            </a:pPr>
            <a:r>
              <a:rPr lang="en-GB" sz="1200" b="1" dirty="0"/>
              <a:t>Objective:</a:t>
            </a:r>
            <a:br>
              <a:rPr lang="en-GB" sz="1200" dirty="0"/>
            </a:br>
            <a:r>
              <a:rPr lang="en-GB" sz="1200" dirty="0"/>
              <a:t>Develop a robust regression model using readily available physical, socio-economic, and geographical data to estimate each property's average weekly income (£000's). This model will identify the key drivers of income, enabling the company to make informed investment decisions.</a:t>
            </a:r>
          </a:p>
          <a:p>
            <a:pPr marL="0" indent="0">
              <a:buNone/>
            </a:pPr>
            <a:r>
              <a:rPr lang="en-GB" sz="1200" b="1" dirty="0"/>
              <a:t>Analysis Approach</a:t>
            </a:r>
            <a:endParaRPr lang="en-GB" sz="1200" dirty="0"/>
          </a:p>
          <a:p>
            <a:pPr marL="0" indent="0">
              <a:buNone/>
            </a:pPr>
            <a:r>
              <a:rPr lang="en-GB" sz="1200" b="1" dirty="0"/>
              <a:t>Initial Analysis: </a:t>
            </a:r>
            <a:r>
              <a:rPr lang="en-GB" sz="1200" dirty="0"/>
              <a:t>Examine multicollinearity among potential predictors to ensure reliable model estimates.</a:t>
            </a:r>
          </a:p>
          <a:p>
            <a:pPr marL="0" indent="0">
              <a:buNone/>
            </a:pPr>
            <a:r>
              <a:rPr lang="en-GB" sz="1200" b="1" dirty="0"/>
              <a:t>Model Building: </a:t>
            </a:r>
            <a:r>
              <a:rPr lang="en-GB" sz="1200" dirty="0"/>
              <a:t>Employ both forward selection and backward elimination techniques to construct multiple regression models.</a:t>
            </a:r>
          </a:p>
          <a:p>
            <a:pPr marL="0" indent="0">
              <a:buNone/>
            </a:pPr>
            <a:r>
              <a:rPr lang="en-GB" sz="1200" b="1" dirty="0"/>
              <a:t>Model Selection &amp; Diagnostics: </a:t>
            </a:r>
            <a:r>
              <a:rPr lang="en-GB" sz="1200" dirty="0"/>
              <a:t>Use Mallows’ Cp to compare all possible models and select the optimal reduced model.</a:t>
            </a:r>
          </a:p>
          <a:p>
            <a:pPr marL="0" indent="0">
              <a:buNone/>
            </a:pPr>
            <a:r>
              <a:rPr lang="en-GB" sz="1200" b="1" dirty="0"/>
              <a:t>Model Interpretation &amp; Business Application: </a:t>
            </a:r>
            <a:r>
              <a:rPr lang="en-GB" sz="1200" dirty="0"/>
              <a:t>Interpret the final model coefficients, assess its overall validity via diagnostic checks, and apply it to the "The Good King James" case study to guide investment decisions.</a:t>
            </a:r>
          </a:p>
        </p:txBody>
      </p:sp>
    </p:spTree>
    <p:extLst>
      <p:ext uri="{BB962C8B-B14F-4D97-AF65-F5344CB8AC3E}">
        <p14:creationId xmlns:p14="http://schemas.microsoft.com/office/powerpoint/2010/main" val="2190094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7D945-B671-4DA7-3F87-CEE9AF256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940" y="200018"/>
            <a:ext cx="4822715" cy="806972"/>
          </a:xfrm>
        </p:spPr>
        <p:txBody>
          <a:bodyPr>
            <a:normAutofit fontScale="90000"/>
          </a:bodyPr>
          <a:lstStyle/>
          <a:p>
            <a:r>
              <a:rPr lang="en-GB" dirty="0"/>
              <a:t>Multicollinearity &amp; 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D8027-BE58-D694-85B6-CE1193168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454" y="1069086"/>
            <a:ext cx="6595978" cy="5386578"/>
          </a:xfrm>
          <a:ln>
            <a:solidFill>
              <a:schemeClr val="tx2"/>
            </a:solidFill>
          </a:ln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1100" b="1" dirty="0">
                <a:solidFill>
                  <a:schemeClr val="tx2"/>
                </a:solidFill>
              </a:rPr>
              <a:t>What it is?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100" dirty="0">
                <a:solidFill>
                  <a:schemeClr val="tx2"/>
                </a:solidFill>
              </a:rPr>
              <a:t>Multicollinearity happens when two or more factors in a model are too closely related. This makes it harder to understand which factor truly drives outcomes, leading to unreliable predictions.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100" b="1" dirty="0">
                <a:solidFill>
                  <a:schemeClr val="tx2"/>
                </a:solidFill>
              </a:rPr>
              <a:t>How to find?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100" dirty="0">
                <a:solidFill>
                  <a:schemeClr val="tx2"/>
                </a:solidFill>
              </a:rPr>
              <a:t>Our analysis used two methods:</a:t>
            </a:r>
          </a:p>
          <a:p>
            <a:pPr marL="228600" lvl="1" indent="0">
              <a:lnSpc>
                <a:spcPct val="90000"/>
              </a:lnSpc>
              <a:buNone/>
            </a:pPr>
            <a:r>
              <a:rPr lang="en-GB" sz="1100" b="1" dirty="0">
                <a:solidFill>
                  <a:schemeClr val="tx2"/>
                </a:solidFill>
              </a:rPr>
              <a:t>Correlational matrix:</a:t>
            </a:r>
          </a:p>
          <a:p>
            <a:pPr lvl="1">
              <a:lnSpc>
                <a:spcPct val="90000"/>
              </a:lnSpc>
            </a:pPr>
            <a:r>
              <a:rPr lang="en-GB" sz="1100" dirty="0">
                <a:solidFill>
                  <a:schemeClr val="tx2"/>
                </a:solidFill>
              </a:rPr>
              <a:t>High correlations observed among House, </a:t>
            </a:r>
            <a:r>
              <a:rPr lang="en-GB" sz="1100" dirty="0" err="1">
                <a:solidFill>
                  <a:schemeClr val="tx2"/>
                </a:solidFill>
              </a:rPr>
              <a:t>Otherarea</a:t>
            </a:r>
            <a:r>
              <a:rPr lang="en-GB" sz="1100" dirty="0">
                <a:solidFill>
                  <a:schemeClr val="tx2"/>
                </a:solidFill>
              </a:rPr>
              <a:t>, and Footprint, with the strongest correlation between House and </a:t>
            </a:r>
            <a:r>
              <a:rPr lang="en-GB" sz="1100" dirty="0" err="1">
                <a:solidFill>
                  <a:schemeClr val="tx2"/>
                </a:solidFill>
              </a:rPr>
              <a:t>Otherarea</a:t>
            </a:r>
            <a:r>
              <a:rPr lang="en-GB" sz="1100" dirty="0">
                <a:solidFill>
                  <a:schemeClr val="tx2"/>
                </a:solidFill>
              </a:rPr>
              <a:t> (0.863).</a:t>
            </a:r>
          </a:p>
          <a:p>
            <a:pPr lvl="1">
              <a:lnSpc>
                <a:spcPct val="90000"/>
              </a:lnSpc>
            </a:pPr>
            <a:r>
              <a:rPr lang="en-GB" sz="1100" dirty="0">
                <a:solidFill>
                  <a:schemeClr val="tx2"/>
                </a:solidFill>
              </a:rPr>
              <a:t>Suggest potential redundancy among these variables.</a:t>
            </a:r>
          </a:p>
          <a:p>
            <a:pPr marL="228600" lvl="1" indent="0">
              <a:lnSpc>
                <a:spcPct val="90000"/>
              </a:lnSpc>
              <a:buNone/>
            </a:pPr>
            <a:r>
              <a:rPr lang="en-GB" sz="1100" b="1" dirty="0">
                <a:solidFill>
                  <a:schemeClr val="tx2"/>
                </a:solidFill>
              </a:rPr>
              <a:t>VIF Test</a:t>
            </a:r>
          </a:p>
          <a:p>
            <a:pPr lvl="1">
              <a:lnSpc>
                <a:spcPct val="90000"/>
              </a:lnSpc>
            </a:pPr>
            <a:r>
              <a:rPr lang="en-GB" sz="1100" dirty="0">
                <a:solidFill>
                  <a:schemeClr val="tx2"/>
                </a:solidFill>
              </a:rPr>
              <a:t>House (VIF = 12.52) and </a:t>
            </a:r>
            <a:r>
              <a:rPr lang="en-GB" sz="1100" dirty="0" err="1">
                <a:solidFill>
                  <a:schemeClr val="tx2"/>
                </a:solidFill>
              </a:rPr>
              <a:t>Otherarea</a:t>
            </a:r>
            <a:r>
              <a:rPr lang="en-GB" sz="1100" dirty="0">
                <a:solidFill>
                  <a:schemeClr val="tx2"/>
                </a:solidFill>
              </a:rPr>
              <a:t> (VIF = 7.59) exceed the threshold of 5, indicating severe multicollinearity.</a:t>
            </a:r>
          </a:p>
          <a:p>
            <a:pPr lvl="1">
              <a:lnSpc>
                <a:spcPct val="90000"/>
              </a:lnSpc>
            </a:pPr>
            <a:r>
              <a:rPr lang="en-GB" sz="1100" dirty="0">
                <a:solidFill>
                  <a:schemeClr val="tx2"/>
                </a:solidFill>
              </a:rPr>
              <a:t>High VIF values suggest that these variables provide overlapping information, leading to unreliable regression coefficients.</a:t>
            </a:r>
          </a:p>
          <a:p>
            <a:pPr marL="228600" lvl="1" indent="0">
              <a:lnSpc>
                <a:spcPct val="90000"/>
              </a:lnSpc>
              <a:buNone/>
            </a:pPr>
            <a:r>
              <a:rPr lang="en-GB" sz="1100" dirty="0">
                <a:solidFill>
                  <a:srgbClr val="C00000"/>
                </a:solidFill>
              </a:rPr>
              <a:t>Note: The output and code for both procedures can be found in Appendix 1.2 and 2.2 respectively.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100" b="1" dirty="0">
                <a:solidFill>
                  <a:schemeClr val="tx2"/>
                </a:solidFill>
              </a:rPr>
              <a:t>Business Implications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100" dirty="0">
                <a:solidFill>
                  <a:schemeClr val="tx2"/>
                </a:solidFill>
              </a:rPr>
              <a:t>Including highly collinear variables increases the variance of estimated coefficients, making predictions less stable.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100" b="1" dirty="0">
                <a:solidFill>
                  <a:schemeClr val="tx2"/>
                </a:solidFill>
              </a:rPr>
              <a:t>Recommendation: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100" dirty="0">
                <a:solidFill>
                  <a:schemeClr val="tx2"/>
                </a:solidFill>
              </a:rPr>
              <a:t>To improve model reliability, avoid including redundant predictors such as House, </a:t>
            </a:r>
            <a:r>
              <a:rPr lang="en-GB" sz="1100" dirty="0" err="1">
                <a:solidFill>
                  <a:schemeClr val="tx2"/>
                </a:solidFill>
              </a:rPr>
              <a:t>Otherarea</a:t>
            </a:r>
            <a:r>
              <a:rPr lang="en-GB" sz="1100" dirty="0">
                <a:solidFill>
                  <a:schemeClr val="tx2"/>
                </a:solidFill>
              </a:rPr>
              <a:t>, or Footprint together in the final model.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100" dirty="0">
                <a:solidFill>
                  <a:schemeClr val="tx2"/>
                </a:solidFill>
              </a:rPr>
              <a:t>Removing collinear variables allows the model to focus on more independent predictors, leading to better generalization for investment decision-making.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BC0364-4B58-4841-A227-00A6A59E0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-2"/>
            <a:ext cx="4657344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29A1F4-D02D-48E4-9331-6870B23B4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0813" y="479893"/>
            <a:ext cx="3685031" cy="5458969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6A8CF3-711E-4C63-9DD5-53A2696C0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6411" y="644485"/>
            <a:ext cx="3353835" cy="5129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9B03C1-25D7-2BF7-0D7E-CB6AC887E6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85" r="4" b="4"/>
          <a:stretch/>
        </p:blipFill>
        <p:spPr>
          <a:xfrm>
            <a:off x="8349996" y="3418146"/>
            <a:ext cx="3026664" cy="2348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FA396E-72C4-13E9-1B5B-D9B21D9AFE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" b="2111"/>
          <a:stretch/>
        </p:blipFill>
        <p:spPr>
          <a:xfrm>
            <a:off x="8349996" y="925082"/>
            <a:ext cx="3026664" cy="2348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C01CF0-31D5-F0E6-74D2-082F943052DC}"/>
              </a:ext>
            </a:extLst>
          </p:cNvPr>
          <p:cNvSpPr txBox="1"/>
          <p:nvPr/>
        </p:nvSpPr>
        <p:spPr>
          <a:xfrm>
            <a:off x="8395457" y="5932918"/>
            <a:ext cx="2935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i="1" dirty="0">
                <a:solidFill>
                  <a:schemeClr val="bg1">
                    <a:lumMod val="95000"/>
                  </a:schemeClr>
                </a:solidFill>
              </a:rPr>
              <a:t>Figure - Heatmap and bar graph showing correlational pairs and inflated variables.</a:t>
            </a:r>
          </a:p>
        </p:txBody>
      </p:sp>
    </p:spTree>
    <p:extLst>
      <p:ext uri="{BB962C8B-B14F-4D97-AF65-F5344CB8AC3E}">
        <p14:creationId xmlns:p14="http://schemas.microsoft.com/office/powerpoint/2010/main" val="359603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D50AD-B899-CADC-DA32-C32CB41C6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2218877-83D8-BE42-FC51-6758D7026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5E7540E-8679-7279-063B-86CA031169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51" r="30524"/>
          <a:stretch/>
        </p:blipFill>
        <p:spPr>
          <a:xfrm>
            <a:off x="4654296" y="0"/>
            <a:ext cx="7537704" cy="69402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24B7AE-7071-536B-CB52-13C98EE81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479129"/>
            <a:ext cx="4762919" cy="1469873"/>
          </a:xfrm>
          <a:solidFill>
            <a:schemeClr val="bg1">
              <a:alpha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Property Value Modeling</a:t>
            </a:r>
            <a:endParaRPr lang="en-GB" sz="2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473EA8-AA8C-9711-DB6D-5147B0FF58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1" y="973600"/>
            <a:ext cx="3374136" cy="4741400"/>
          </a:xfrm>
          <a:prstGeom prst="rec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GB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Context: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GB" altLang="en-US" sz="13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Assessing the potential for a flat-rate travel insurance plan targeted at claimants aged 50–85.</a:t>
            </a:r>
            <a:endParaRPr kumimoji="0" lang="en-US" altLang="en-US" sz="130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indent="0">
              <a:buNone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Objective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</a:br>
            <a:r>
              <a:rPr lang="en-GB" sz="1300" dirty="0"/>
              <a:t>Investigate how claimant age influences claim amounts to refine pricing strategies and risk management.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Analysis approach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342900" marR="0" lvl="0" indent="-34290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lang="en-GB" sz="1300" dirty="0"/>
              <a:t>Initial Analysis – Claim vs. Age</a:t>
            </a:r>
          </a:p>
          <a:p>
            <a:pPr marL="342900" marR="0" lvl="0" indent="-34290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lang="en-GB" altLang="en-US" sz="1300" dirty="0">
                <a:solidFill>
                  <a:srgbClr val="FFFFFF"/>
                </a:solidFill>
              </a:rPr>
              <a:t>Improved Model – </a:t>
            </a:r>
            <a:r>
              <a:rPr lang="en-GB" altLang="en-US" sz="1300" dirty="0" err="1">
                <a:solidFill>
                  <a:srgbClr val="FFFFFF"/>
                </a:solidFill>
              </a:rPr>
              <a:t>LnClaim</a:t>
            </a:r>
            <a:r>
              <a:rPr lang="en-GB" altLang="en-US" sz="1300" dirty="0">
                <a:solidFill>
                  <a:srgbClr val="FFFFFF"/>
                </a:solidFill>
              </a:rPr>
              <a:t> vs. Age (Log-Linear Model)</a:t>
            </a:r>
          </a:p>
          <a:p>
            <a:pPr marL="342900" marR="0" lvl="0" indent="-34290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Model Interpretation &amp; Prediction for business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516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33F98-0282-E085-A81E-5CF811D2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50" y="456865"/>
            <a:ext cx="5928637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dirty="0"/>
              <a:t>Initial analysis – claim vs 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DD491A-10B8-AFE3-169C-748935B3F104}"/>
              </a:ext>
            </a:extLst>
          </p:cNvPr>
          <p:cNvSpPr txBox="1"/>
          <p:nvPr/>
        </p:nvSpPr>
        <p:spPr>
          <a:xfrm>
            <a:off x="651754" y="3195325"/>
            <a:ext cx="2929439" cy="312651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400" b="1" dirty="0">
                <a:solidFill>
                  <a:schemeClr val="tx2"/>
                </a:solidFill>
              </a:rPr>
              <a:t>Insights from scatterplot</a:t>
            </a:r>
          </a:p>
          <a:p>
            <a:pPr marL="285750" indent="-28575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GB" sz="1400" b="0" i="0" u="none" strike="noStrike" kern="1200" baseline="0" dirty="0">
                <a:solidFill>
                  <a:schemeClr val="tx2"/>
                </a:solidFill>
                <a:latin typeface="Gill Sans MT" panose="020B0502020104020203" pitchFamily="34" charset="0"/>
              </a:rPr>
              <a:t>A strong positive correlation exists between Age and Claim values.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400" b="0" i="0" u="none" strike="noStrike" kern="1200" baseline="0" dirty="0">
                <a:solidFill>
                  <a:schemeClr val="tx2"/>
                </a:solidFill>
                <a:latin typeface="Gill Sans MT" panose="020B0502020104020203" pitchFamily="34" charset="0"/>
              </a:rPr>
              <a:t>The regression model C = (-374.86 + 15.41 × A) aligns well with the data.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400" b="0" i="0" u="none" strike="noStrike" kern="1200" baseline="0" dirty="0">
                <a:solidFill>
                  <a:schemeClr val="tx2"/>
                </a:solidFill>
                <a:latin typeface="Gill Sans MT" panose="020B0502020104020203" pitchFamily="34" charset="0"/>
              </a:rPr>
              <a:t>R² = 98.67%, demonstrating exceptional explanatory power </a:t>
            </a:r>
            <a:r>
              <a:rPr lang="en-GB" sz="1400" b="0" i="0" u="none" strike="noStrike" kern="1200" baseline="0" dirty="0" err="1">
                <a:solidFill>
                  <a:schemeClr val="tx2"/>
                </a:solidFill>
                <a:latin typeface="Gill Sans MT" panose="020B0502020104020203" pitchFamily="34" charset="0"/>
              </a:rPr>
              <a:t>i.e</a:t>
            </a:r>
            <a:r>
              <a:rPr lang="en-GB" sz="1400" b="0" i="0" u="none" strike="noStrike" kern="1200" baseline="0" dirty="0">
                <a:solidFill>
                  <a:schemeClr val="tx2"/>
                </a:solidFill>
                <a:latin typeface="Gill Sans MT" panose="020B0502020104020203" pitchFamily="34" charset="0"/>
              </a:rPr>
              <a:t> Age is a primary driver of Claim variation</a:t>
            </a:r>
            <a:endParaRPr lang="en-US" sz="1400" b="0" i="0" u="none" strike="noStrike" kern="1200" baseline="0" dirty="0">
              <a:solidFill>
                <a:schemeClr val="tx2"/>
              </a:solidFill>
              <a:latin typeface="Gill Sans MT" panose="020B0502020104020203" pitchFamily="34" charset="0"/>
            </a:endParaRPr>
          </a:p>
          <a:p>
            <a:pPr marL="171450" indent="-171450" rtl="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2"/>
              </a:solidFill>
            </a:endParaRPr>
          </a:p>
          <a:p>
            <a:r>
              <a:rPr lang="en-GB" sz="1400" b="1" dirty="0">
                <a:solidFill>
                  <a:schemeClr val="tx2"/>
                </a:solidFill>
              </a:rPr>
              <a:t>Potential Risks &amp; Limitations:</a:t>
            </a:r>
          </a:p>
          <a:p>
            <a:r>
              <a:rPr lang="en-GB" sz="1400" b="1" dirty="0">
                <a:solidFill>
                  <a:schemeClr val="tx2"/>
                </a:solidFill>
              </a:rPr>
              <a:t>Intercept issue – </a:t>
            </a:r>
            <a:r>
              <a:rPr lang="en-GB" sz="1400" dirty="0">
                <a:solidFill>
                  <a:schemeClr val="tx2"/>
                </a:solidFill>
              </a:rPr>
              <a:t>The negative intercept (-374.86) suggests unrealistic claims at Age = 0, though this does not affect real-world forecasts.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BC0364-4B58-4841-A227-00A6A59E0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-2"/>
            <a:ext cx="4657344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29A1F4-D02D-48E4-9331-6870B23B4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0813" y="479893"/>
            <a:ext cx="3685031" cy="5458969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6A8CF3-711E-4C63-9DD5-53A2696C0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6411" y="644485"/>
            <a:ext cx="3353835" cy="5129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 descr="A red line with blue dots&#10;&#10;AI-generated content may be incorrect.">
            <a:extLst>
              <a:ext uri="{FF2B5EF4-FFF2-40B4-BE49-F238E27FC236}">
                <a16:creationId xmlns:a16="http://schemas.microsoft.com/office/drawing/2014/main" id="{33AC1C49-4124-AD57-87A7-EADF045F04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" r="4" b="4"/>
          <a:stretch/>
        </p:blipFill>
        <p:spPr>
          <a:xfrm>
            <a:off x="8340435" y="822036"/>
            <a:ext cx="3026664" cy="2348100"/>
          </a:xfrm>
          <a:prstGeom prst="rect">
            <a:avLst/>
          </a:prstGeom>
        </p:spPr>
      </p:pic>
      <p:pic>
        <p:nvPicPr>
          <p:cNvPr id="9" name="Picture 8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860EA8C2-D507-DEC0-3B3E-648318BE4D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1" r="1551" b="-1"/>
          <a:stretch/>
        </p:blipFill>
        <p:spPr>
          <a:xfrm>
            <a:off x="8340435" y="3255097"/>
            <a:ext cx="3026664" cy="2348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0B3415F-8F83-E131-AC3C-D7EA6CD1F878}"/>
              </a:ext>
            </a:extLst>
          </p:cNvPr>
          <p:cNvSpPr txBox="1"/>
          <p:nvPr/>
        </p:nvSpPr>
        <p:spPr>
          <a:xfrm>
            <a:off x="753150" y="1912707"/>
            <a:ext cx="6000386" cy="10156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tx2"/>
                </a:solidFill>
              </a:rPr>
              <a:t>Using the </a:t>
            </a:r>
            <a:r>
              <a:rPr lang="en-GB" sz="1200" b="1" dirty="0">
                <a:solidFill>
                  <a:schemeClr val="tx2"/>
                </a:solidFill>
              </a:rPr>
              <a:t>SAS code</a:t>
            </a:r>
            <a:r>
              <a:rPr lang="en-GB" sz="1200" dirty="0">
                <a:solidFill>
                  <a:schemeClr val="tx2"/>
                </a:solidFill>
              </a:rPr>
              <a:t> presented in </a:t>
            </a:r>
            <a:r>
              <a:rPr lang="en-GB" sz="1200" b="1" dirty="0">
                <a:solidFill>
                  <a:schemeClr val="tx2"/>
                </a:solidFill>
              </a:rPr>
              <a:t>Appendix 1.3</a:t>
            </a:r>
            <a:r>
              <a:rPr lang="en-GB" sz="1200" dirty="0">
                <a:solidFill>
                  <a:schemeClr val="tx2"/>
                </a:solidFill>
              </a:rPr>
              <a:t>, a linear regression model was derived to examine the dependency of </a:t>
            </a:r>
            <a:r>
              <a:rPr lang="en-GB" sz="1200" b="1" dirty="0">
                <a:solidFill>
                  <a:schemeClr val="tx2"/>
                </a:solidFill>
              </a:rPr>
              <a:t>Claim</a:t>
            </a:r>
            <a:r>
              <a:rPr lang="en-GB" sz="1200" dirty="0">
                <a:solidFill>
                  <a:schemeClr val="tx2"/>
                </a:solidFill>
              </a:rPr>
              <a:t> on </a:t>
            </a:r>
            <a:r>
              <a:rPr lang="en-GB" sz="1200" b="1" dirty="0">
                <a:solidFill>
                  <a:schemeClr val="tx2"/>
                </a:solidFill>
              </a:rPr>
              <a:t>Age</a:t>
            </a:r>
            <a:r>
              <a:rPr lang="en-GB" sz="1200" dirty="0">
                <a:solidFill>
                  <a:schemeClr val="tx2"/>
                </a:solidFill>
              </a:rPr>
              <a:t>. This presentation provides insights from: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/>
                </a:solidFill>
              </a:rPr>
              <a:t>The </a:t>
            </a:r>
            <a:r>
              <a:rPr lang="en-GB" sz="1200" b="1" dirty="0">
                <a:solidFill>
                  <a:schemeClr val="tx2"/>
                </a:solidFill>
              </a:rPr>
              <a:t>scatterplot analysis</a:t>
            </a:r>
            <a:r>
              <a:rPr lang="en-GB" sz="1200" dirty="0">
                <a:solidFill>
                  <a:schemeClr val="tx2"/>
                </a:solidFill>
              </a:rPr>
              <a:t>, which assesses the model’s fit and trend.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/>
                </a:solidFill>
              </a:rPr>
              <a:t>The </a:t>
            </a:r>
            <a:r>
              <a:rPr lang="en-GB" sz="1200" b="1" dirty="0">
                <a:solidFill>
                  <a:schemeClr val="tx2"/>
                </a:solidFill>
              </a:rPr>
              <a:t>residual diagnostics</a:t>
            </a:r>
            <a:r>
              <a:rPr lang="en-GB" sz="1200" dirty="0">
                <a:solidFill>
                  <a:schemeClr val="tx2"/>
                </a:solidFill>
              </a:rPr>
              <a:t>, which evaluate the model’s assumptions.</a:t>
            </a:r>
          </a:p>
          <a:p>
            <a:r>
              <a:rPr lang="en-GB" sz="1200" dirty="0">
                <a:solidFill>
                  <a:schemeClr val="tx2"/>
                </a:solidFill>
              </a:rPr>
              <a:t>All supporting output and statistical calculations are available in </a:t>
            </a:r>
            <a:r>
              <a:rPr lang="en-GB" sz="1200" b="1" dirty="0">
                <a:solidFill>
                  <a:schemeClr val="tx2"/>
                </a:solidFill>
              </a:rPr>
              <a:t>Appendix 2.3</a:t>
            </a:r>
            <a:r>
              <a:rPr lang="en-GB" sz="1200" dirty="0">
                <a:solidFill>
                  <a:schemeClr val="tx2"/>
                </a:solidFill>
              </a:rPr>
              <a:t> for reference.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1DEEE7-9F65-A019-DF5C-9697E984D310}"/>
              </a:ext>
            </a:extLst>
          </p:cNvPr>
          <p:cNvSpPr txBox="1"/>
          <p:nvPr/>
        </p:nvSpPr>
        <p:spPr>
          <a:xfrm>
            <a:off x="3746791" y="3209377"/>
            <a:ext cx="3138694" cy="311246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z="1300" dirty="0">
                <a:solidFill>
                  <a:schemeClr val="tx2"/>
                </a:solidFill>
              </a:rPr>
              <a:t>Insights from residual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300" b="0" dirty="0">
                <a:solidFill>
                  <a:schemeClr val="tx2"/>
                </a:solidFill>
              </a:rPr>
              <a:t>U-shaped residual pattern signals a mis specified relationship—Age alone may not fully explain Claim variations.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300" b="0" dirty="0">
                <a:solidFill>
                  <a:schemeClr val="tx2"/>
                </a:solidFill>
              </a:rPr>
              <a:t>Heteroscedasticity detected – Increasing variance at higher fitted values suggests reduced precision in higher claims.</a:t>
            </a:r>
          </a:p>
          <a:p>
            <a:endParaRPr lang="en-GB" sz="1300" b="0" dirty="0">
              <a:solidFill>
                <a:schemeClr val="tx2"/>
              </a:solidFill>
            </a:endParaRPr>
          </a:p>
          <a:p>
            <a:r>
              <a:rPr lang="en-GB" sz="1300" dirty="0">
                <a:solidFill>
                  <a:schemeClr val="tx2"/>
                </a:solidFill>
              </a:rPr>
              <a:t>Potential inefficiencies </a:t>
            </a:r>
            <a:r>
              <a:rPr lang="en-GB" sz="1300" b="0" dirty="0">
                <a:solidFill>
                  <a:schemeClr val="tx2"/>
                </a:solidFill>
              </a:rPr>
              <a:t>– If left unaddressed, </a:t>
            </a:r>
            <a:r>
              <a:rPr lang="en-GB" sz="1300" b="0" dirty="0" err="1">
                <a:solidFill>
                  <a:schemeClr val="tx2"/>
                </a:solidFill>
              </a:rPr>
              <a:t>misestimated</a:t>
            </a:r>
            <a:r>
              <a:rPr lang="en-GB" sz="1300" b="0" dirty="0">
                <a:solidFill>
                  <a:schemeClr val="tx2"/>
                </a:solidFill>
              </a:rPr>
              <a:t> claim amounts could impact financial forecasting and pricing strategies.</a:t>
            </a:r>
            <a:endParaRPr lang="en-US" sz="1300" b="0" dirty="0">
              <a:solidFill>
                <a:schemeClr val="tx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F700F3-32DA-776C-80A9-F240EB45A962}"/>
              </a:ext>
            </a:extLst>
          </p:cNvPr>
          <p:cNvSpPr txBox="1"/>
          <p:nvPr/>
        </p:nvSpPr>
        <p:spPr>
          <a:xfrm>
            <a:off x="8181975" y="5980343"/>
            <a:ext cx="40100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i="1" dirty="0">
                <a:solidFill>
                  <a:schemeClr val="bg1">
                    <a:lumMod val="95000"/>
                  </a:schemeClr>
                </a:solidFill>
              </a:rPr>
              <a:t>Figure 3.1 – Scatterplot and residual analysis of Claim vs Age model</a:t>
            </a:r>
          </a:p>
        </p:txBody>
      </p:sp>
    </p:spTree>
    <p:extLst>
      <p:ext uri="{BB962C8B-B14F-4D97-AF65-F5344CB8AC3E}">
        <p14:creationId xmlns:p14="http://schemas.microsoft.com/office/powerpoint/2010/main" val="866104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CEDE4-C3B6-C880-8A0E-2DF3E592D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5501D-42BC-3BC6-9CE1-DC6C4F7FE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415" y="549613"/>
            <a:ext cx="5342850" cy="1138343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dirty="0"/>
              <a:t>Initial analysis – claim vs 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6FC01C-034D-A79E-7BFF-B3F0ABE6D78D}"/>
              </a:ext>
            </a:extLst>
          </p:cNvPr>
          <p:cNvSpPr txBox="1"/>
          <p:nvPr/>
        </p:nvSpPr>
        <p:spPr>
          <a:xfrm>
            <a:off x="631521" y="3170136"/>
            <a:ext cx="6314639" cy="136661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200" b="1" dirty="0">
                <a:solidFill>
                  <a:schemeClr val="tx2"/>
                </a:solidFill>
              </a:rPr>
              <a:t>Areas for improvement</a:t>
            </a:r>
          </a:p>
          <a:p>
            <a:pPr marL="171450" indent="-171450" defTabSz="914400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Gill Sans MT" panose="020B0502020104020203" pitchFamily="34" charset="0"/>
              <a:buChar char="†"/>
            </a:pPr>
            <a:r>
              <a:rPr lang="en-GB" sz="1200" dirty="0">
                <a:solidFill>
                  <a:schemeClr val="tx2"/>
                </a:solidFill>
              </a:rPr>
              <a:t>Reveals issues with linearity and heteroscedasticity, indicating that the constant variance assumption is violated. These assumption breaches can affect the model’s reliability in predicting claims, particularly for older age groups. </a:t>
            </a:r>
          </a:p>
          <a:p>
            <a:pPr marL="171450" indent="-171450" defTabSz="914400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Gill Sans MT" panose="020B0502020104020203" pitchFamily="34" charset="0"/>
              <a:buChar char="†"/>
            </a:pPr>
            <a:r>
              <a:rPr lang="en-GB" sz="1200" dirty="0">
                <a:solidFill>
                  <a:schemeClr val="tx2"/>
                </a:solidFill>
              </a:rPr>
              <a:t>This suggests a need for model enhancement to more accurately reflect the complexities of claim </a:t>
            </a:r>
            <a:r>
              <a:rPr lang="en-GB" sz="1200" dirty="0" err="1">
                <a:solidFill>
                  <a:schemeClr val="tx2"/>
                </a:solidFill>
              </a:rPr>
              <a:t>behavior</a:t>
            </a:r>
            <a:r>
              <a:rPr lang="en-GB" sz="1200" dirty="0">
                <a:solidFill>
                  <a:schemeClr val="tx2"/>
                </a:solidFill>
              </a:rPr>
              <a:t>.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endParaRPr lang="en-US" sz="1200" dirty="0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2DE9A7-60E9-51B8-60AC-914E9666B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-2"/>
            <a:ext cx="4657344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438D91-DC20-3030-5EC6-5EE8B8681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0813" y="479893"/>
            <a:ext cx="3685031" cy="5458969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257E15-F362-BF36-F966-D25507503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6411" y="644485"/>
            <a:ext cx="3353835" cy="5129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30C39B-E914-F911-AB1B-100435902A51}"/>
              </a:ext>
            </a:extLst>
          </p:cNvPr>
          <p:cNvSpPr txBox="1"/>
          <p:nvPr/>
        </p:nvSpPr>
        <p:spPr>
          <a:xfrm>
            <a:off x="651754" y="1914440"/>
            <a:ext cx="6294406" cy="10156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chemeClr val="tx2"/>
                </a:solidFill>
              </a:rPr>
              <a:t>What works well?</a:t>
            </a:r>
          </a:p>
          <a:p>
            <a:pPr marL="171450" indent="-171450">
              <a:buFont typeface="Gill Sans MT" panose="020B0502020104020203" pitchFamily="34" charset="0"/>
              <a:buChar char="†"/>
            </a:pPr>
            <a:r>
              <a:rPr lang="en-GB" sz="1200" dirty="0">
                <a:solidFill>
                  <a:schemeClr val="tx2"/>
                </a:solidFill>
              </a:rPr>
              <a:t>Demonstrates exceptional predictive accuracy, as reflected by the R² value of 98.67.</a:t>
            </a:r>
          </a:p>
          <a:p>
            <a:pPr marL="171450" indent="-171450">
              <a:buFont typeface="Gill Sans MT" panose="020B0502020104020203" pitchFamily="34" charset="0"/>
              <a:buChar char="†"/>
            </a:pPr>
            <a:r>
              <a:rPr lang="en-GB" sz="1200" dirty="0">
                <a:solidFill>
                  <a:schemeClr val="tx2"/>
                </a:solidFill>
              </a:rPr>
              <a:t>Confirms Age as a significant predictor of claim values, making it a reliable input for underwriting and pricing strategies.</a:t>
            </a:r>
          </a:p>
          <a:p>
            <a:endParaRPr lang="en-GB" sz="1200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BA5200-08F0-6DA9-A284-465176C2E028}"/>
              </a:ext>
            </a:extLst>
          </p:cNvPr>
          <p:cNvSpPr txBox="1"/>
          <p:nvPr/>
        </p:nvSpPr>
        <p:spPr>
          <a:xfrm>
            <a:off x="631521" y="4793608"/>
            <a:ext cx="6314639" cy="118673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buClr>
                <a:schemeClr val="tx1"/>
              </a:buClr>
            </a:pPr>
            <a:r>
              <a:rPr lang="en-GB" sz="1200" dirty="0">
                <a:solidFill>
                  <a:schemeClr val="tx2"/>
                </a:solidFill>
              </a:rPr>
              <a:t>What needs to change?</a:t>
            </a:r>
          </a:p>
          <a:p>
            <a:pPr marL="285750" indent="-285750">
              <a:buClr>
                <a:schemeClr val="tx1"/>
              </a:buClr>
              <a:buFont typeface="Gill Sans MT" panose="020B0502020104020203" pitchFamily="34" charset="0"/>
              <a:buChar char="†"/>
            </a:pPr>
            <a:r>
              <a:rPr lang="en-GB" sz="1200" b="0" dirty="0">
                <a:solidFill>
                  <a:schemeClr val="tx2"/>
                </a:solidFill>
              </a:rPr>
              <a:t>To address the non-linearity and improve model fit, log-transformation of the dependent variable or the inclusion of quadratic terms (Age²) should be considered. This would better capture the increasing rate of claim growth with Age and stabilize variance across different age groups.</a:t>
            </a:r>
            <a:endParaRPr lang="en-US" sz="1200" b="0" dirty="0">
              <a:solidFill>
                <a:schemeClr val="tx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DDD343-B455-DA4E-E6F0-BE9545B803CB}"/>
              </a:ext>
            </a:extLst>
          </p:cNvPr>
          <p:cNvSpPr txBox="1"/>
          <p:nvPr/>
        </p:nvSpPr>
        <p:spPr>
          <a:xfrm>
            <a:off x="8181975" y="5980343"/>
            <a:ext cx="40100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i="1" dirty="0">
                <a:solidFill>
                  <a:schemeClr val="bg1">
                    <a:lumMod val="95000"/>
                  </a:schemeClr>
                </a:solidFill>
              </a:rPr>
              <a:t>Figure 3.1 – Scatterplot and residual analysis of Claim vs Age model</a:t>
            </a:r>
          </a:p>
        </p:txBody>
      </p:sp>
      <p:pic>
        <p:nvPicPr>
          <p:cNvPr id="21" name="Content Placeholder 7" descr="A red line with blue dots&#10;&#10;AI-generated content may be incorrect.">
            <a:extLst>
              <a:ext uri="{FF2B5EF4-FFF2-40B4-BE49-F238E27FC236}">
                <a16:creationId xmlns:a16="http://schemas.microsoft.com/office/drawing/2014/main" id="{24E4C823-92AC-C0E6-FDC3-44C94B581E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" r="4" b="4"/>
          <a:stretch/>
        </p:blipFill>
        <p:spPr>
          <a:xfrm>
            <a:off x="8404406" y="726191"/>
            <a:ext cx="3026664" cy="2348100"/>
          </a:xfrm>
          <a:prstGeom prst="rect">
            <a:avLst/>
          </a:prstGeom>
        </p:spPr>
      </p:pic>
      <p:pic>
        <p:nvPicPr>
          <p:cNvPr id="22" name="Picture 21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69F25D4B-FAA0-AA69-F04E-8C038FBC6C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1" r="1551" b="-1"/>
          <a:stretch/>
        </p:blipFill>
        <p:spPr>
          <a:xfrm>
            <a:off x="8404406" y="3302311"/>
            <a:ext cx="3026664" cy="23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836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B46C7-E5E8-205A-7159-E66B996DB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877C-F6AC-F564-B3A9-706E62DEA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56" y="50125"/>
            <a:ext cx="4879901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dirty="0"/>
              <a:t>Improved Model – </a:t>
            </a:r>
            <a:r>
              <a:rPr lang="en-US" dirty="0" err="1"/>
              <a:t>LnClaim</a:t>
            </a:r>
            <a:r>
              <a:rPr lang="en-US" dirty="0"/>
              <a:t> vs. Age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B2B0797-D13C-ACFC-A0E9-DC6E2210EA24}"/>
              </a:ext>
            </a:extLst>
          </p:cNvPr>
          <p:cNvSpPr txBox="1"/>
          <p:nvPr/>
        </p:nvSpPr>
        <p:spPr>
          <a:xfrm>
            <a:off x="366521" y="1413012"/>
            <a:ext cx="5119169" cy="79396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This analysis employs a bivariate regression model with a log-transformed claim amount (</a:t>
            </a:r>
            <a:r>
              <a:rPr lang="en-US" dirty="0" err="1">
                <a:solidFill>
                  <a:schemeClr val="tx2"/>
                </a:solidFill>
              </a:rPr>
              <a:t>LnClaim</a:t>
            </a:r>
            <a:r>
              <a:rPr lang="en-US" dirty="0">
                <a:solidFill>
                  <a:schemeClr val="tx2"/>
                </a:solidFill>
              </a:rPr>
              <a:t>) as the dependent variable and Age as the predictor. The transformation ensures statistical validity, addressing non-linearity and variance inconsistencies observed in the original model.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32CA806D-F450-4F6B-9FF3-EB0171662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-2"/>
            <a:ext cx="6096000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791AD2C-CC88-4D7E-B1D6-1B29DC26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2157" y="479893"/>
            <a:ext cx="5123687" cy="5458969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263402C5-1FD9-4C00-B6E9-C7C0369C3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3355" y="644485"/>
            <a:ext cx="4756891" cy="5129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graph with red lines and numbers&#10;&#10;AI-generated content may be incorrect.">
            <a:extLst>
              <a:ext uri="{FF2B5EF4-FFF2-40B4-BE49-F238E27FC236}">
                <a16:creationId xmlns:a16="http://schemas.microsoft.com/office/drawing/2014/main" id="{DCCC99FD-3AED-E5D2-DDAD-D765BAA090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40" r="5414" b="-2"/>
          <a:stretch/>
        </p:blipFill>
        <p:spPr>
          <a:xfrm>
            <a:off x="6941977" y="982495"/>
            <a:ext cx="2161366" cy="1965579"/>
          </a:xfrm>
          <a:prstGeom prst="rect">
            <a:avLst/>
          </a:prstGeom>
        </p:spPr>
      </p:pic>
      <p:pic>
        <p:nvPicPr>
          <p:cNvPr id="11" name="Picture 10" descr="A graph of a normal probability plot&#10;&#10;AI-generated content may be incorrect.">
            <a:extLst>
              <a:ext uri="{FF2B5EF4-FFF2-40B4-BE49-F238E27FC236}">
                <a16:creationId xmlns:a16="http://schemas.microsoft.com/office/drawing/2014/main" id="{0591DF55-2165-D585-9720-BD010E473E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32" r="3723" b="-3"/>
          <a:stretch/>
        </p:blipFill>
        <p:spPr>
          <a:xfrm>
            <a:off x="9276491" y="1014668"/>
            <a:ext cx="2090609" cy="1901233"/>
          </a:xfrm>
          <a:prstGeom prst="rect">
            <a:avLst/>
          </a:prstGeom>
        </p:spPr>
      </p:pic>
      <p:pic>
        <p:nvPicPr>
          <p:cNvPr id="6" name="Picture 5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7DEF5EBC-3A30-1B12-190C-4A8FD5A5F5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878" r="4075" b="-4"/>
          <a:stretch/>
        </p:blipFill>
        <p:spPr>
          <a:xfrm>
            <a:off x="6941976" y="3463719"/>
            <a:ext cx="2161367" cy="1965570"/>
          </a:xfrm>
          <a:prstGeom prst="rect">
            <a:avLst/>
          </a:prstGeom>
        </p:spPr>
      </p:pic>
      <p:pic>
        <p:nvPicPr>
          <p:cNvPr id="20" name="Picture 19" descr="A graph with a red line&#10;&#10;AI-generated content may be incorrect.">
            <a:extLst>
              <a:ext uri="{FF2B5EF4-FFF2-40B4-BE49-F238E27FC236}">
                <a16:creationId xmlns:a16="http://schemas.microsoft.com/office/drawing/2014/main" id="{ABB823C3-DF3E-1848-D10B-2871564F1F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964" r="6445" b="3"/>
          <a:stretch/>
        </p:blipFill>
        <p:spPr>
          <a:xfrm>
            <a:off x="9261964" y="3463719"/>
            <a:ext cx="2090609" cy="190124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1D87404-A7E7-B509-8113-8BCD9B28FAD5}"/>
              </a:ext>
            </a:extLst>
          </p:cNvPr>
          <p:cNvSpPr txBox="1"/>
          <p:nvPr/>
        </p:nvSpPr>
        <p:spPr>
          <a:xfrm>
            <a:off x="366521" y="2381147"/>
            <a:ext cx="5119168" cy="399222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en-US"/>
            </a:defPPr>
            <a:lvl1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chemeClr val="tx2"/>
                </a:solidFill>
              </a:rPr>
              <a:t>Insights from scatterplot</a:t>
            </a:r>
          </a:p>
          <a:p>
            <a:pPr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Age explains 99% of the variance in log-transformed claim values (R² = 0.99), indicating a robust predictive relationship.</a:t>
            </a:r>
          </a:p>
          <a:p>
            <a:pPr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Model Equation: </a:t>
            </a:r>
            <a:r>
              <a:rPr lang="en-US" sz="1300" dirty="0" err="1">
                <a:solidFill>
                  <a:schemeClr val="tx2"/>
                </a:solidFill>
              </a:rPr>
              <a:t>LnClaim</a:t>
            </a:r>
            <a:r>
              <a:rPr lang="en-US" sz="1300" dirty="0">
                <a:solidFill>
                  <a:schemeClr val="tx2"/>
                </a:solidFill>
              </a:rPr>
              <a:t>=4.9855+0.02216×Age</a:t>
            </a:r>
          </a:p>
          <a:p>
            <a:pPr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Slope = 0.02216 (p &lt; 0.0001)</a:t>
            </a:r>
          </a:p>
          <a:p>
            <a:pPr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Each additional year increases the log-transformed claim amount by 2.2%</a:t>
            </a:r>
          </a:p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chemeClr val="tx2"/>
                </a:solidFill>
              </a:rPr>
              <a:t>Insights from residual analysis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Random scatter around zero → No evidence of heteroscedasticity (improved vs. original model’s funnel shape).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No extreme outliers →Almost all residuals lie within ±2 standard deviations.</a:t>
            </a:r>
            <a:endParaRPr lang="en-GB" sz="1300" dirty="0">
              <a:solidFill>
                <a:schemeClr val="tx2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chemeClr val="tx2"/>
                </a:solidFill>
              </a:rPr>
              <a:t>Insights from Histogram &amp; QQ Plot</a:t>
            </a:r>
            <a:endParaRPr lang="en-GB" sz="1300" b="1" dirty="0">
              <a:solidFill>
                <a:schemeClr val="tx2"/>
              </a:solidFill>
            </a:endParaRPr>
          </a:p>
          <a:p>
            <a:pPr indent="-173736">
              <a:lnSpc>
                <a:spcPct val="100000"/>
              </a:lnSpc>
            </a:pPr>
            <a:r>
              <a:rPr lang="en-US" sz="1300" dirty="0">
                <a:solidFill>
                  <a:schemeClr val="tx2"/>
                </a:solidFill>
              </a:rPr>
              <a:t>Confirms normality assumption. Linear alignment with reference line → No significant skewness or heavy tails.</a:t>
            </a:r>
            <a:endParaRPr lang="en-GB" sz="1300" dirty="0">
              <a:solidFill>
                <a:schemeClr val="tx2"/>
              </a:solidFill>
            </a:endParaRPr>
          </a:p>
          <a:p>
            <a:pPr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973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41759C-838C-336B-D721-55539421A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F86F4-BB73-6499-333F-14648A470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26" y="50125"/>
            <a:ext cx="5166359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dirty="0"/>
              <a:t>Improved Model – </a:t>
            </a:r>
            <a:r>
              <a:rPr lang="en-US" dirty="0" err="1"/>
              <a:t>LnClaim</a:t>
            </a:r>
            <a:r>
              <a:rPr lang="en-US" dirty="0"/>
              <a:t> vs. Age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7376B72-5E64-2ABA-2355-01E9384AA70E}"/>
              </a:ext>
            </a:extLst>
          </p:cNvPr>
          <p:cNvSpPr txBox="1"/>
          <p:nvPr/>
        </p:nvSpPr>
        <p:spPr>
          <a:xfrm>
            <a:off x="342926" y="1426561"/>
            <a:ext cx="5166359" cy="4512301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 b="1" dirty="0">
                <a:solidFill>
                  <a:schemeClr val="tx2"/>
                </a:solidFill>
              </a:rPr>
              <a:t>Adequacy of the Fitted Regression Model</a:t>
            </a:r>
            <a:br>
              <a:rPr lang="en-GB" dirty="0">
                <a:solidFill>
                  <a:schemeClr val="tx2"/>
                </a:solidFill>
              </a:rPr>
            </a:br>
            <a:r>
              <a:rPr lang="en-GB" dirty="0">
                <a:solidFill>
                  <a:schemeClr val="tx2"/>
                </a:solidFill>
              </a:rPr>
              <a:t>The model </a:t>
            </a:r>
            <a:r>
              <a:rPr lang="en-GB" b="1" dirty="0" err="1">
                <a:solidFill>
                  <a:schemeClr val="tx2"/>
                </a:solidFill>
              </a:rPr>
              <a:t>LnClaim</a:t>
            </a:r>
            <a:r>
              <a:rPr lang="en-GB" b="1" dirty="0">
                <a:solidFill>
                  <a:schemeClr val="tx2"/>
                </a:solidFill>
              </a:rPr>
              <a:t> = 4.9855 + 0.02216 × Age</a:t>
            </a:r>
            <a:r>
              <a:rPr lang="en-GB" dirty="0">
                <a:solidFill>
                  <a:schemeClr val="tx2"/>
                </a:solidFill>
              </a:rPr>
              <a:t> explains </a:t>
            </a:r>
            <a:r>
              <a:rPr lang="en-GB" b="1" dirty="0">
                <a:solidFill>
                  <a:schemeClr val="tx2"/>
                </a:solidFill>
              </a:rPr>
              <a:t>99% of the variation</a:t>
            </a:r>
            <a:r>
              <a:rPr lang="en-GB" dirty="0">
                <a:solidFill>
                  <a:schemeClr val="tx2"/>
                </a:solidFill>
              </a:rPr>
              <a:t> (R² = 0.99), confirming strong predictive power. Residual analysis supports its validity:</a:t>
            </a:r>
          </a:p>
          <a:p>
            <a:r>
              <a:rPr lang="en-GB" b="1" dirty="0">
                <a:solidFill>
                  <a:schemeClr val="tx2"/>
                </a:solidFill>
              </a:rPr>
              <a:t>Linearity:</a:t>
            </a:r>
            <a:r>
              <a:rPr lang="en-GB" dirty="0">
                <a:solidFill>
                  <a:schemeClr val="tx2"/>
                </a:solidFill>
              </a:rPr>
              <a:t> Log transformation ensures a linear relationship.</a:t>
            </a:r>
          </a:p>
          <a:p>
            <a:r>
              <a:rPr lang="en-GB" b="1" dirty="0">
                <a:solidFill>
                  <a:schemeClr val="tx2"/>
                </a:solidFill>
              </a:rPr>
              <a:t>Homoscedasticity:</a:t>
            </a:r>
            <a:r>
              <a:rPr lang="en-GB" dirty="0">
                <a:solidFill>
                  <a:schemeClr val="tx2"/>
                </a:solidFill>
              </a:rPr>
              <a:t> Residuals are evenly spread, fixing variance issues.</a:t>
            </a:r>
          </a:p>
          <a:p>
            <a:r>
              <a:rPr lang="en-GB" b="1" dirty="0">
                <a:solidFill>
                  <a:schemeClr val="tx2"/>
                </a:solidFill>
              </a:rPr>
              <a:t>Normality:</a:t>
            </a:r>
            <a:r>
              <a:rPr lang="en-GB" dirty="0">
                <a:solidFill>
                  <a:schemeClr val="tx2"/>
                </a:solidFill>
              </a:rPr>
              <a:t> Residuals follow a normal distribution, ensuring reliable confidence intervals.</a:t>
            </a:r>
          </a:p>
          <a:p>
            <a:r>
              <a:rPr lang="en-GB" b="1" dirty="0">
                <a:solidFill>
                  <a:schemeClr val="tx2"/>
                </a:solidFill>
              </a:rPr>
              <a:t>Thus, the log-linear model is a statistically robust choice for predicting claim amounts.</a:t>
            </a:r>
          </a:p>
          <a:p>
            <a:pPr>
              <a:lnSpc>
                <a:spcPct val="110000"/>
              </a:lnSpc>
            </a:pPr>
            <a:r>
              <a:rPr lang="en-GB" b="1" dirty="0">
                <a:solidFill>
                  <a:schemeClr val="tx2"/>
                </a:solidFill>
              </a:rPr>
              <a:t>Model Recommendation: Log-Linear Regression (</a:t>
            </a:r>
            <a:r>
              <a:rPr lang="en-GB" b="1" dirty="0" err="1">
                <a:solidFill>
                  <a:schemeClr val="tx2"/>
                </a:solidFill>
              </a:rPr>
              <a:t>LnClaim</a:t>
            </a:r>
            <a:r>
              <a:rPr lang="en-GB" b="1" dirty="0">
                <a:solidFill>
                  <a:schemeClr val="tx2"/>
                </a:solidFill>
              </a:rPr>
              <a:t> ~ Age)</a:t>
            </a:r>
          </a:p>
          <a:p>
            <a:pPr>
              <a:lnSpc>
                <a:spcPct val="110000"/>
              </a:lnSpc>
            </a:pPr>
            <a:r>
              <a:rPr lang="en-GB" b="1" dirty="0">
                <a:solidFill>
                  <a:schemeClr val="tx2"/>
                </a:solidFill>
              </a:rPr>
              <a:t>Why?</a:t>
            </a:r>
          </a:p>
          <a:p>
            <a:pPr>
              <a:lnSpc>
                <a:spcPct val="110000"/>
              </a:lnSpc>
            </a:pPr>
            <a:r>
              <a:rPr lang="en-GB" b="1" dirty="0">
                <a:solidFill>
                  <a:schemeClr val="tx2"/>
                </a:solidFill>
              </a:rPr>
              <a:t>Statistical Superiority</a:t>
            </a:r>
            <a:r>
              <a:rPr lang="en-GB" dirty="0">
                <a:solidFill>
                  <a:schemeClr val="tx2"/>
                </a:solidFill>
              </a:rPr>
              <a:t>: Meets regression assumptions, higher R² (0.99 vs. 0.98).</a:t>
            </a:r>
          </a:p>
          <a:p>
            <a:pPr>
              <a:lnSpc>
                <a:spcPct val="110000"/>
              </a:lnSpc>
            </a:pPr>
            <a:r>
              <a:rPr lang="en-GB" b="1" dirty="0">
                <a:solidFill>
                  <a:schemeClr val="tx2"/>
                </a:solidFill>
              </a:rPr>
              <a:t>Business Fit</a:t>
            </a:r>
            <a:r>
              <a:rPr lang="en-GB" dirty="0">
                <a:solidFill>
                  <a:schemeClr val="tx2"/>
                </a:solidFill>
              </a:rPr>
              <a:t>: Captures exponential risk growth (+2.2% per year), avoids claim underestimation.</a:t>
            </a:r>
          </a:p>
          <a:p>
            <a:pPr>
              <a:lnSpc>
                <a:spcPct val="110000"/>
              </a:lnSpc>
            </a:pPr>
            <a:r>
              <a:rPr lang="en-GB" b="1" dirty="0">
                <a:solidFill>
                  <a:schemeClr val="tx2"/>
                </a:solidFill>
              </a:rPr>
              <a:t>Actionable Insights</a:t>
            </a:r>
            <a:r>
              <a:rPr lang="en-GB" dirty="0">
                <a:solidFill>
                  <a:schemeClr val="tx2"/>
                </a:solidFill>
              </a:rPr>
              <a:t>: Provides accurate pricing and back-transformed financial estimates.</a:t>
            </a:r>
          </a:p>
          <a:p>
            <a:endParaRPr lang="en-GB" dirty="0">
              <a:solidFill>
                <a:schemeClr val="tx2"/>
              </a:solidFill>
            </a:endParaRPr>
          </a:p>
          <a:p>
            <a:endParaRPr lang="en-GB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BDECBDD-90CD-2A51-C613-9A4A42BEE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-2"/>
            <a:ext cx="6096000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49D26D8F-4F55-ED82-5514-117544A8A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2157" y="479893"/>
            <a:ext cx="5123687" cy="5458969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2B6B9A14-0733-2A8E-0BF1-573858D68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3355" y="644485"/>
            <a:ext cx="4756891" cy="5129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graph with red lines and numbers&#10;&#10;AI-generated content may be incorrect.">
            <a:extLst>
              <a:ext uri="{FF2B5EF4-FFF2-40B4-BE49-F238E27FC236}">
                <a16:creationId xmlns:a16="http://schemas.microsoft.com/office/drawing/2014/main" id="{A60D74F1-BF7F-F510-D5FC-B76D572990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40" r="5414" b="-2"/>
          <a:stretch/>
        </p:blipFill>
        <p:spPr>
          <a:xfrm>
            <a:off x="6958573" y="919138"/>
            <a:ext cx="2161366" cy="2210601"/>
          </a:xfrm>
          <a:prstGeom prst="rect">
            <a:avLst/>
          </a:prstGeom>
        </p:spPr>
      </p:pic>
      <p:pic>
        <p:nvPicPr>
          <p:cNvPr id="11" name="Picture 10" descr="A graph of a normal probability plot&#10;&#10;AI-generated content may be incorrect.">
            <a:extLst>
              <a:ext uri="{FF2B5EF4-FFF2-40B4-BE49-F238E27FC236}">
                <a16:creationId xmlns:a16="http://schemas.microsoft.com/office/drawing/2014/main" id="{278A111B-CBD1-6E12-2B1B-6A6F43D13F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32" r="3723" b="-3"/>
          <a:stretch/>
        </p:blipFill>
        <p:spPr>
          <a:xfrm>
            <a:off x="9276490" y="863669"/>
            <a:ext cx="2090609" cy="2115071"/>
          </a:xfrm>
          <a:prstGeom prst="rect">
            <a:avLst/>
          </a:prstGeom>
        </p:spPr>
      </p:pic>
      <p:pic>
        <p:nvPicPr>
          <p:cNvPr id="6" name="Picture 5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118DB3A7-01B2-3E2C-F042-4C612B1438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878" r="4075" b="-4"/>
          <a:stretch/>
        </p:blipFill>
        <p:spPr>
          <a:xfrm>
            <a:off x="6941976" y="3218688"/>
            <a:ext cx="2161367" cy="2210601"/>
          </a:xfrm>
          <a:prstGeom prst="rect">
            <a:avLst/>
          </a:prstGeom>
        </p:spPr>
      </p:pic>
      <p:pic>
        <p:nvPicPr>
          <p:cNvPr id="20" name="Picture 19" descr="A graph with a red line&#10;&#10;AI-generated content may be incorrect.">
            <a:extLst>
              <a:ext uri="{FF2B5EF4-FFF2-40B4-BE49-F238E27FC236}">
                <a16:creationId xmlns:a16="http://schemas.microsoft.com/office/drawing/2014/main" id="{CFA62A62-59AE-C917-1C65-EEAA5EFF303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964" r="6445" b="3"/>
          <a:stretch/>
        </p:blipFill>
        <p:spPr>
          <a:xfrm>
            <a:off x="9276491" y="3218688"/>
            <a:ext cx="2090609" cy="217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558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C1218D58-004F-9289-219A-4271D94EC29B}"/>
              </a:ext>
            </a:extLst>
          </p:cNvPr>
          <p:cNvSpPr txBox="1"/>
          <p:nvPr/>
        </p:nvSpPr>
        <p:spPr>
          <a:xfrm>
            <a:off x="6229978" y="0"/>
            <a:ext cx="5962022" cy="6858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BBC20D-EFB3-ED19-2A78-3C6B7F87E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431" y="104555"/>
            <a:ext cx="5894832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00653A-3A7F-5203-6F0E-76F51E5E9A35}"/>
              </a:ext>
            </a:extLst>
          </p:cNvPr>
          <p:cNvSpPr txBox="1"/>
          <p:nvPr/>
        </p:nvSpPr>
        <p:spPr>
          <a:xfrm>
            <a:off x="201168" y="1404754"/>
            <a:ext cx="5894832" cy="339096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numCol="1" rtlCol="0">
            <a:normAutofit fontScale="92500"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Fitted Model (Log-Linear Regression)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US" sz="1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LnClaim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= 4.9855 + 0.02216 × Age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Slope Interpretation: 0.02216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is highly significant (p &lt; 0.0001), </a:t>
            </a:r>
            <a:r>
              <a:rPr lang="en-GB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meaning for each additional year of age, the natural logarithm of the claim amount increases by 0.02216.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When back-transformed, this reflects an approximate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2.2%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annual increase in the claim amount.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Business Implication:</a:t>
            </a:r>
          </a:p>
          <a:p>
            <a:pPr marL="171450" indent="-17145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Age is a strong driver of travel insurance claim costs, supporting the use of age-adjusted pricing.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GB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Further Information to Investigate:</a:t>
            </a:r>
          </a:p>
          <a:p>
            <a:pPr marL="171450" indent="-17145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GB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Claim Frequency: </a:t>
            </a:r>
            <a:r>
              <a:rPr lang="en-GB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How often do claims occur for each age group?</a:t>
            </a:r>
          </a:p>
          <a:p>
            <a:pPr marL="171450" indent="-17145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GB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Travel Destination Risk: </a:t>
            </a:r>
            <a:r>
              <a:rPr lang="en-GB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Are there differences in risk by travel region or destination?</a:t>
            </a:r>
          </a:p>
          <a:p>
            <a:pPr marL="171450" indent="-17145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GB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Pre-Existing Medical Conditions: </a:t>
            </a:r>
            <a:r>
              <a:rPr lang="en-GB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How do underlying health factors affect claim amounts?</a:t>
            </a:r>
          </a:p>
          <a:p>
            <a:pPr marL="171450" indent="-17145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GB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Policy Coverage Limits: </a:t>
            </a:r>
            <a:r>
              <a:rPr lang="en-GB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How do different coverage levels impact the average claim?</a:t>
            </a:r>
          </a:p>
          <a:p>
            <a:pPr marL="171450" indent="-17145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GB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Travel Duration: </a:t>
            </a:r>
            <a:r>
              <a:rPr lang="en-GB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Longer trips may correlate with higher claims.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514350" lvl="1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742950" lvl="1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9398A9-0D0D-4901-BDDF-B3D93CECA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6706" y="964692"/>
            <a:ext cx="3986784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1FEC3B-E514-4E21-B2CB-7903A7356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1298" y="1128683"/>
            <a:ext cx="3657600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341CF3-D91D-E5D6-7527-F8F7299255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425"/>
          <a:stretch/>
        </p:blipFill>
        <p:spPr>
          <a:xfrm>
            <a:off x="7838074" y="1168907"/>
            <a:ext cx="3069711" cy="452018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0B812DC-F339-49B1-AED6-277AC86BF5DF}"/>
              </a:ext>
            </a:extLst>
          </p:cNvPr>
          <p:cNvSpPr txBox="1"/>
          <p:nvPr/>
        </p:nvSpPr>
        <p:spPr>
          <a:xfrm>
            <a:off x="222880" y="4907200"/>
            <a:ext cx="3886896" cy="182511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Claim estimation for Age 70 (Appendix):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Predicted </a:t>
            </a:r>
            <a:r>
              <a:rPr lang="en-US" sz="1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LnClaim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≈ 6.5148</a:t>
            </a:r>
          </a:p>
          <a:p>
            <a:pPr marL="171450" indent="-17145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95% CI for </a:t>
            </a:r>
            <a:r>
              <a:rPr lang="en-US" sz="1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LnClaim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[6.5071, 6.5224]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On performing back-transformation, we predict, for a 70-year-old claimant, we are 95% confident that the true mean claim lies between approximately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£684.95 and £695.42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endParaRPr lang="en-GB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49D08D-8255-B688-A8C0-09325433CE48}"/>
              </a:ext>
            </a:extLst>
          </p:cNvPr>
          <p:cNvSpPr txBox="1"/>
          <p:nvPr/>
        </p:nvSpPr>
        <p:spPr>
          <a:xfrm>
            <a:off x="7649686" y="179299"/>
            <a:ext cx="3446485" cy="64633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chemeClr val="bg1">
                    <a:lumMod val="95000"/>
                  </a:schemeClr>
                </a:solidFill>
              </a:rPr>
              <a:t>The mean values and confidence intervals are presented in the table, with the corresponding code available in Appendix 1.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70C9B9F-D810-3BC5-7271-06725F680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847" y="5182723"/>
            <a:ext cx="2886267" cy="83143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74231673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9229620-5F9D-42B0-8E46-589C45E1CA74}">
  <we:reference id="4567b711-9f2d-454d-b0d0-74708a29b461" version="1.0.0.0" store="EXCatalog" storeType="EXCatalog"/>
  <we:alternateReferences>
    <we:reference id="WA200001313" version="1.0.0.0" store="en-GB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1212</TotalTime>
  <Words>2275</Words>
  <Application>Microsoft Office PowerPoint</Application>
  <PresentationFormat>Widescreen</PresentationFormat>
  <Paragraphs>206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Gill Sans MT</vt:lpstr>
      <vt:lpstr>Wingdings</vt:lpstr>
      <vt:lpstr>Parcel</vt:lpstr>
      <vt:lpstr>DATT Assessment </vt:lpstr>
      <vt:lpstr>Business Case for the Cosmetics Sales Training Course</vt:lpstr>
      <vt:lpstr>Descriptive statistics</vt:lpstr>
      <vt:lpstr>Normality assessment </vt:lpstr>
      <vt:lpstr>Suitable Parametric test</vt:lpstr>
      <vt:lpstr>Wilcoxon Signed-Rank Test Results &amp; Critical Comparison </vt:lpstr>
      <vt:lpstr>Business Recommendations</vt:lpstr>
      <vt:lpstr>Data-Driven Investment Strategy for Suburban Licensed Properties</vt:lpstr>
      <vt:lpstr>Multicollinearity &amp; Business Impact</vt:lpstr>
      <vt:lpstr>Property Value Modeling</vt:lpstr>
      <vt:lpstr>Initial analysis – claim vs age</vt:lpstr>
      <vt:lpstr>Initial analysis – claim vs age</vt:lpstr>
      <vt:lpstr>Improved Model – LnClaim vs. Age</vt:lpstr>
      <vt:lpstr>Improved Model – LnClaim vs. Age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Syed, Taizeem ahmad (Student)</dc:creator>
  <cp:lastModifiedBy>Syed, Taizeem ahmad (Student)</cp:lastModifiedBy>
  <cp:revision>1</cp:revision>
  <cp:lastPrinted>2025-04-01T22:27:44Z</cp:lastPrinted>
  <dcterms:created xsi:type="dcterms:W3CDTF">2025-04-01T08:35:51Z</dcterms:created>
  <dcterms:modified xsi:type="dcterms:W3CDTF">2025-04-02T21:19:04Z</dcterms:modified>
</cp:coreProperties>
</file>